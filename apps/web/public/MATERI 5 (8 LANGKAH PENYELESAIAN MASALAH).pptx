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re Sugar" charset="1" panose="00000000000000000000"/>
      <p:regular r:id="rId16"/>
    </p:embeddedFont>
    <p:embeddedFont>
      <p:font typeface="Chewy" charset="1" panose="02000000000000000000"/>
      <p:regular r:id="rId17"/>
    </p:embeddedFont>
    <p:embeddedFont>
      <p:font typeface="Comic Sans Bold" charset="1" panose="03000902030302020204"/>
      <p:regular r:id="rId18"/>
    </p:embeddedFont>
    <p:embeddedFont>
      <p:font typeface="Comic Sans" charset="1" panose="030007020303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13" Target="../media/image9.png" Type="http://schemas.openxmlformats.org/officeDocument/2006/relationships/image"/><Relationship Id="rId14" Target="../media/image10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17" Target="../media/image13.png" Type="http://schemas.openxmlformats.org/officeDocument/2006/relationships/image"/><Relationship Id="rId18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14.png" Type="http://schemas.openxmlformats.org/officeDocument/2006/relationships/image"/><Relationship Id="rId16" Target="../media/image13.png" Type="http://schemas.openxmlformats.org/officeDocument/2006/relationships/image"/><Relationship Id="rId17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14.png" Type="http://schemas.openxmlformats.org/officeDocument/2006/relationships/image"/><Relationship Id="rId16" Target="../media/image13.png" Type="http://schemas.openxmlformats.org/officeDocument/2006/relationships/image"/><Relationship Id="rId17" Target="../media/image21.png" Type="http://schemas.openxmlformats.org/officeDocument/2006/relationships/image"/><Relationship Id="rId18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23.png" Type="http://schemas.openxmlformats.org/officeDocument/2006/relationships/image"/><Relationship Id="rId14" Target="../media/image18.png" Type="http://schemas.openxmlformats.org/officeDocument/2006/relationships/image"/><Relationship Id="rId15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5.pn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14.png" Type="http://schemas.openxmlformats.org/officeDocument/2006/relationships/image"/><Relationship Id="rId16" Target="../media/image13.png" Type="http://schemas.openxmlformats.org/officeDocument/2006/relationships/image"/><Relationship Id="rId17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5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5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5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13" Target="../media/image9.png" Type="http://schemas.openxmlformats.org/officeDocument/2006/relationships/image"/><Relationship Id="rId14" Target="../media/image10.svg" Type="http://schemas.openxmlformats.org/officeDocument/2006/relationships/image"/><Relationship Id="rId15" Target="../media/image11.png" Type="http://schemas.openxmlformats.org/officeDocument/2006/relationships/image"/><Relationship Id="rId16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15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27049" y="4326618"/>
            <a:ext cx="5213177" cy="5213177"/>
          </a:xfrm>
          <a:custGeom>
            <a:avLst/>
            <a:gdLst/>
            <a:ahLst/>
            <a:cxnLst/>
            <a:rect r="r" b="b" t="t" l="l"/>
            <a:pathLst>
              <a:path h="5213177" w="5213177">
                <a:moveTo>
                  <a:pt x="0" y="0"/>
                </a:moveTo>
                <a:lnTo>
                  <a:pt x="5213177" y="0"/>
                </a:lnTo>
                <a:lnTo>
                  <a:pt x="5213177" y="5213177"/>
                </a:lnTo>
                <a:lnTo>
                  <a:pt x="0" y="5213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7245" y="2371825"/>
            <a:ext cx="5213177" cy="5213177"/>
          </a:xfrm>
          <a:custGeom>
            <a:avLst/>
            <a:gdLst/>
            <a:ahLst/>
            <a:cxnLst/>
            <a:rect r="r" b="b" t="t" l="l"/>
            <a:pathLst>
              <a:path h="5213177" w="5213177">
                <a:moveTo>
                  <a:pt x="0" y="0"/>
                </a:moveTo>
                <a:lnTo>
                  <a:pt x="5213177" y="0"/>
                </a:lnTo>
                <a:lnTo>
                  <a:pt x="5213177" y="5213177"/>
                </a:lnTo>
                <a:lnTo>
                  <a:pt x="0" y="5213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36875" y="1527242"/>
            <a:ext cx="4806702" cy="3085029"/>
          </a:xfrm>
          <a:custGeom>
            <a:avLst/>
            <a:gdLst/>
            <a:ahLst/>
            <a:cxnLst/>
            <a:rect r="r" b="b" t="t" l="l"/>
            <a:pathLst>
              <a:path h="3085029" w="4806702">
                <a:moveTo>
                  <a:pt x="0" y="0"/>
                </a:moveTo>
                <a:lnTo>
                  <a:pt x="4806702" y="0"/>
                </a:lnTo>
                <a:lnTo>
                  <a:pt x="4806702" y="3085029"/>
                </a:lnTo>
                <a:lnTo>
                  <a:pt x="0" y="3085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581736" y="7201971"/>
            <a:ext cx="4806702" cy="3085029"/>
          </a:xfrm>
          <a:custGeom>
            <a:avLst/>
            <a:gdLst/>
            <a:ahLst/>
            <a:cxnLst/>
            <a:rect r="r" b="b" t="t" l="l"/>
            <a:pathLst>
              <a:path h="3085029" w="4806702">
                <a:moveTo>
                  <a:pt x="4806702" y="3085029"/>
                </a:moveTo>
                <a:lnTo>
                  <a:pt x="0" y="3085029"/>
                </a:lnTo>
                <a:lnTo>
                  <a:pt x="0" y="0"/>
                </a:lnTo>
                <a:lnTo>
                  <a:pt x="4806702" y="0"/>
                </a:lnTo>
                <a:lnTo>
                  <a:pt x="4806702" y="30850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01790" y="3695971"/>
            <a:ext cx="1763203" cy="2103224"/>
          </a:xfrm>
          <a:custGeom>
            <a:avLst/>
            <a:gdLst/>
            <a:ahLst/>
            <a:cxnLst/>
            <a:rect r="r" b="b" t="t" l="l"/>
            <a:pathLst>
              <a:path h="2103224" w="1763203">
                <a:moveTo>
                  <a:pt x="0" y="0"/>
                </a:moveTo>
                <a:lnTo>
                  <a:pt x="1763203" y="0"/>
                </a:lnTo>
                <a:lnTo>
                  <a:pt x="1763203" y="2103224"/>
                </a:lnTo>
                <a:lnTo>
                  <a:pt x="0" y="21032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47679"/>
            <a:ext cx="2257669" cy="2648292"/>
          </a:xfrm>
          <a:custGeom>
            <a:avLst/>
            <a:gdLst/>
            <a:ahLst/>
            <a:cxnLst/>
            <a:rect r="r" b="b" t="t" l="l"/>
            <a:pathLst>
              <a:path h="2648292" w="2257669">
                <a:moveTo>
                  <a:pt x="0" y="0"/>
                </a:moveTo>
                <a:lnTo>
                  <a:pt x="2257669" y="0"/>
                </a:lnTo>
                <a:lnTo>
                  <a:pt x="2257669" y="2648292"/>
                </a:lnTo>
                <a:lnTo>
                  <a:pt x="0" y="26482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39815" y="8133543"/>
            <a:ext cx="2173899" cy="1791655"/>
          </a:xfrm>
          <a:custGeom>
            <a:avLst/>
            <a:gdLst/>
            <a:ahLst/>
            <a:cxnLst/>
            <a:rect r="r" b="b" t="t" l="l"/>
            <a:pathLst>
              <a:path h="1791655" w="2173899">
                <a:moveTo>
                  <a:pt x="0" y="0"/>
                </a:moveTo>
                <a:lnTo>
                  <a:pt x="2173899" y="0"/>
                </a:lnTo>
                <a:lnTo>
                  <a:pt x="2173899" y="1791656"/>
                </a:lnTo>
                <a:lnTo>
                  <a:pt x="0" y="17916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574286" y="5409245"/>
            <a:ext cx="2173899" cy="1791655"/>
          </a:xfrm>
          <a:custGeom>
            <a:avLst/>
            <a:gdLst/>
            <a:ahLst/>
            <a:cxnLst/>
            <a:rect r="r" b="b" t="t" l="l"/>
            <a:pathLst>
              <a:path h="1791655" w="2173899">
                <a:moveTo>
                  <a:pt x="2173899" y="0"/>
                </a:moveTo>
                <a:lnTo>
                  <a:pt x="0" y="0"/>
                </a:lnTo>
                <a:lnTo>
                  <a:pt x="0" y="1791655"/>
                </a:lnTo>
                <a:lnTo>
                  <a:pt x="2173899" y="1791655"/>
                </a:lnTo>
                <a:lnTo>
                  <a:pt x="2173899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0"/>
            <a:ext cx="2814490" cy="1527242"/>
          </a:xfrm>
          <a:custGeom>
            <a:avLst/>
            <a:gdLst/>
            <a:ahLst/>
            <a:cxnLst/>
            <a:rect r="r" b="b" t="t" l="l"/>
            <a:pathLst>
              <a:path h="1527242" w="2814490">
                <a:moveTo>
                  <a:pt x="0" y="0"/>
                </a:moveTo>
                <a:lnTo>
                  <a:pt x="2814490" y="0"/>
                </a:lnTo>
                <a:lnTo>
                  <a:pt x="2814490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13511" y="340861"/>
            <a:ext cx="8295842" cy="5457791"/>
          </a:xfrm>
          <a:custGeom>
            <a:avLst/>
            <a:gdLst/>
            <a:ahLst/>
            <a:cxnLst/>
            <a:rect r="r" b="b" t="t" l="l"/>
            <a:pathLst>
              <a:path h="5457791" w="8295842">
                <a:moveTo>
                  <a:pt x="0" y="0"/>
                </a:moveTo>
                <a:lnTo>
                  <a:pt x="8295842" y="0"/>
                </a:lnTo>
                <a:lnTo>
                  <a:pt x="8295842" y="5457791"/>
                </a:lnTo>
                <a:lnTo>
                  <a:pt x="0" y="545779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61082" y="3559709"/>
            <a:ext cx="12791629" cy="5980087"/>
          </a:xfrm>
          <a:custGeom>
            <a:avLst/>
            <a:gdLst/>
            <a:ahLst/>
            <a:cxnLst/>
            <a:rect r="r" b="b" t="t" l="l"/>
            <a:pathLst>
              <a:path h="5980087" w="12791629">
                <a:moveTo>
                  <a:pt x="0" y="0"/>
                </a:moveTo>
                <a:lnTo>
                  <a:pt x="12791629" y="0"/>
                </a:lnTo>
                <a:lnTo>
                  <a:pt x="12791629" y="5980086"/>
                </a:lnTo>
                <a:lnTo>
                  <a:pt x="0" y="598008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33937" y="5987088"/>
            <a:ext cx="9420127" cy="154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9"/>
              </a:lnSpc>
            </a:pPr>
            <a:r>
              <a:rPr lang="en-US" sz="5499">
                <a:solidFill>
                  <a:srgbClr val="FFE67D"/>
                </a:solidFill>
                <a:latin typeface="More Sugar"/>
                <a:ea typeface="More Sugar"/>
                <a:cs typeface="More Sugar"/>
                <a:sym typeface="More Sugar"/>
              </a:rPr>
              <a:t>SISTEMATIKA PENYELESAIAN MASALAH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54169" y="7721748"/>
            <a:ext cx="548439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231815"/>
                </a:solidFill>
                <a:latin typeface="Chewy"/>
                <a:ea typeface="Chewy"/>
                <a:cs typeface="Chewy"/>
                <a:sym typeface="Chewy"/>
              </a:rPr>
              <a:t>(Problem Solving)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EC1F25"/>
                </a:solidFill>
                <a:latin typeface="Chewy"/>
                <a:ea typeface="Chewy"/>
                <a:cs typeface="Chewy"/>
                <a:sym typeface="Chewy"/>
              </a:rPr>
              <a:t>8 Langkah Penyelesaian Masalah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27630">
            <a:off x="15026733" y="4002930"/>
            <a:ext cx="3963720" cy="3963720"/>
          </a:xfrm>
          <a:custGeom>
            <a:avLst/>
            <a:gdLst/>
            <a:ahLst/>
            <a:cxnLst/>
            <a:rect r="r" b="b" t="t" l="l"/>
            <a:pathLst>
              <a:path h="3963720" w="3963720">
                <a:moveTo>
                  <a:pt x="0" y="0"/>
                </a:moveTo>
                <a:lnTo>
                  <a:pt x="3963720" y="0"/>
                </a:lnTo>
                <a:lnTo>
                  <a:pt x="3963720" y="3963720"/>
                </a:lnTo>
                <a:lnTo>
                  <a:pt x="0" y="3963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21669" y="3434660"/>
            <a:ext cx="1480966" cy="1766560"/>
          </a:xfrm>
          <a:custGeom>
            <a:avLst/>
            <a:gdLst/>
            <a:ahLst/>
            <a:cxnLst/>
            <a:rect r="r" b="b" t="t" l="l"/>
            <a:pathLst>
              <a:path h="1766560" w="1480966">
                <a:moveTo>
                  <a:pt x="0" y="0"/>
                </a:moveTo>
                <a:lnTo>
                  <a:pt x="1480966" y="0"/>
                </a:lnTo>
                <a:lnTo>
                  <a:pt x="1480966" y="1766560"/>
                </a:lnTo>
                <a:lnTo>
                  <a:pt x="0" y="1766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23159">
            <a:off x="517116" y="2093343"/>
            <a:ext cx="3272897" cy="3272897"/>
          </a:xfrm>
          <a:custGeom>
            <a:avLst/>
            <a:gdLst/>
            <a:ahLst/>
            <a:cxnLst/>
            <a:rect r="r" b="b" t="t" l="l"/>
            <a:pathLst>
              <a:path h="3272897" w="3272897">
                <a:moveTo>
                  <a:pt x="0" y="0"/>
                </a:moveTo>
                <a:lnTo>
                  <a:pt x="3272897" y="0"/>
                </a:lnTo>
                <a:lnTo>
                  <a:pt x="3272897" y="3272897"/>
                </a:lnTo>
                <a:lnTo>
                  <a:pt x="0" y="3272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99" y="4489151"/>
            <a:ext cx="2173899" cy="1791655"/>
          </a:xfrm>
          <a:custGeom>
            <a:avLst/>
            <a:gdLst/>
            <a:ahLst/>
            <a:cxnLst/>
            <a:rect r="r" b="b" t="t" l="l"/>
            <a:pathLst>
              <a:path h="1791655" w="2173899">
                <a:moveTo>
                  <a:pt x="0" y="0"/>
                </a:moveTo>
                <a:lnTo>
                  <a:pt x="2173899" y="0"/>
                </a:lnTo>
                <a:lnTo>
                  <a:pt x="2173899" y="1791655"/>
                </a:lnTo>
                <a:lnTo>
                  <a:pt x="0" y="17916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270122">
            <a:off x="15448970" y="7159985"/>
            <a:ext cx="2539119" cy="858619"/>
          </a:xfrm>
          <a:custGeom>
            <a:avLst/>
            <a:gdLst/>
            <a:ahLst/>
            <a:cxnLst/>
            <a:rect r="r" b="b" t="t" l="l"/>
            <a:pathLst>
              <a:path h="858619" w="2539119">
                <a:moveTo>
                  <a:pt x="0" y="0"/>
                </a:moveTo>
                <a:lnTo>
                  <a:pt x="2539119" y="0"/>
                </a:lnTo>
                <a:lnTo>
                  <a:pt x="2539119" y="858619"/>
                </a:lnTo>
                <a:lnTo>
                  <a:pt x="0" y="8586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03026" t="-318933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861753" y="8499469"/>
            <a:ext cx="1841451" cy="1517662"/>
          </a:xfrm>
          <a:custGeom>
            <a:avLst/>
            <a:gdLst/>
            <a:ahLst/>
            <a:cxnLst/>
            <a:rect r="r" b="b" t="t" l="l"/>
            <a:pathLst>
              <a:path h="1517662" w="1841451">
                <a:moveTo>
                  <a:pt x="1841450" y="0"/>
                </a:moveTo>
                <a:lnTo>
                  <a:pt x="0" y="0"/>
                </a:lnTo>
                <a:lnTo>
                  <a:pt x="0" y="1517662"/>
                </a:lnTo>
                <a:lnTo>
                  <a:pt x="1841450" y="1517662"/>
                </a:lnTo>
                <a:lnTo>
                  <a:pt x="184145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2898017">
            <a:off x="2959078" y="1054129"/>
            <a:ext cx="2539119" cy="2192923"/>
          </a:xfrm>
          <a:custGeom>
            <a:avLst/>
            <a:gdLst/>
            <a:ahLst/>
            <a:cxnLst/>
            <a:rect r="r" b="b" t="t" l="l"/>
            <a:pathLst>
              <a:path h="2192923" w="2539119">
                <a:moveTo>
                  <a:pt x="2539119" y="0"/>
                </a:moveTo>
                <a:lnTo>
                  <a:pt x="0" y="0"/>
                </a:lnTo>
                <a:lnTo>
                  <a:pt x="0" y="2192923"/>
                </a:lnTo>
                <a:lnTo>
                  <a:pt x="2539119" y="2192923"/>
                </a:lnTo>
                <a:lnTo>
                  <a:pt x="2539119" y="0"/>
                </a:lnTo>
                <a:close/>
              </a:path>
            </a:pathLst>
          </a:custGeom>
          <a:blipFill>
            <a:blip r:embed="rId8"/>
            <a:stretch>
              <a:fillRect l="0" t="0" r="-203026" b="-6402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37699" y="1385763"/>
            <a:ext cx="3141788" cy="2016457"/>
          </a:xfrm>
          <a:custGeom>
            <a:avLst/>
            <a:gdLst/>
            <a:ahLst/>
            <a:cxnLst/>
            <a:rect r="r" b="b" t="t" l="l"/>
            <a:pathLst>
              <a:path h="2016457" w="3141788">
                <a:moveTo>
                  <a:pt x="0" y="0"/>
                </a:moveTo>
                <a:lnTo>
                  <a:pt x="3141788" y="0"/>
                </a:lnTo>
                <a:lnTo>
                  <a:pt x="3141788" y="2016456"/>
                </a:lnTo>
                <a:lnTo>
                  <a:pt x="0" y="20164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053569" y="8389821"/>
            <a:ext cx="3329921" cy="2137204"/>
          </a:xfrm>
          <a:custGeom>
            <a:avLst/>
            <a:gdLst/>
            <a:ahLst/>
            <a:cxnLst/>
            <a:rect r="r" b="b" t="t" l="l"/>
            <a:pathLst>
              <a:path h="2137204" w="3329921">
                <a:moveTo>
                  <a:pt x="3329921" y="2137204"/>
                </a:moveTo>
                <a:lnTo>
                  <a:pt x="0" y="2137204"/>
                </a:lnTo>
                <a:lnTo>
                  <a:pt x="0" y="0"/>
                </a:lnTo>
                <a:lnTo>
                  <a:pt x="3329921" y="0"/>
                </a:lnTo>
                <a:lnTo>
                  <a:pt x="3329921" y="2137204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6167180">
            <a:off x="10382917" y="76010"/>
            <a:ext cx="1624336" cy="1905379"/>
          </a:xfrm>
          <a:custGeom>
            <a:avLst/>
            <a:gdLst/>
            <a:ahLst/>
            <a:cxnLst/>
            <a:rect r="r" b="b" t="t" l="l"/>
            <a:pathLst>
              <a:path h="1905379" w="1624336">
                <a:moveTo>
                  <a:pt x="0" y="0"/>
                </a:moveTo>
                <a:lnTo>
                  <a:pt x="1624336" y="0"/>
                </a:lnTo>
                <a:lnTo>
                  <a:pt x="1624336" y="1905380"/>
                </a:lnTo>
                <a:lnTo>
                  <a:pt x="0" y="1905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510942" y="2393991"/>
            <a:ext cx="11410727" cy="832087"/>
            <a:chOff x="0" y="0"/>
            <a:chExt cx="3407565" cy="2484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07565" cy="248485"/>
            </a:xfrm>
            <a:custGeom>
              <a:avLst/>
              <a:gdLst/>
              <a:ahLst/>
              <a:cxnLst/>
              <a:rect r="r" b="b" t="t" l="l"/>
              <a:pathLst>
                <a:path h="248485" w="3407565">
                  <a:moveTo>
                    <a:pt x="3204365" y="0"/>
                  </a:moveTo>
                  <a:cubicBezTo>
                    <a:pt x="3316590" y="0"/>
                    <a:pt x="3407565" y="55625"/>
                    <a:pt x="3407565" y="124242"/>
                  </a:cubicBezTo>
                  <a:cubicBezTo>
                    <a:pt x="3407565" y="192860"/>
                    <a:pt x="3316590" y="248485"/>
                    <a:pt x="3204365" y="248485"/>
                  </a:cubicBezTo>
                  <a:lnTo>
                    <a:pt x="203200" y="248485"/>
                  </a:lnTo>
                  <a:cubicBezTo>
                    <a:pt x="90976" y="248485"/>
                    <a:pt x="0" y="192860"/>
                    <a:pt x="0" y="124242"/>
                  </a:cubicBezTo>
                  <a:cubicBezTo>
                    <a:pt x="0" y="556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E67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407565" cy="29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3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158616" y="2545428"/>
            <a:ext cx="398538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23181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Apa yang dilakukan?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50439" y="1066800"/>
            <a:ext cx="338712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>
                <a:solidFill>
                  <a:srgbClr val="C47057"/>
                </a:solidFill>
                <a:latin typeface="More Sugar"/>
                <a:ea typeface="More Sugar"/>
                <a:cs typeface="More Sugar"/>
                <a:sym typeface="More Sugar"/>
              </a:rPr>
              <a:t>DAFTAR ISI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510942" y="3591139"/>
            <a:ext cx="11410727" cy="832087"/>
            <a:chOff x="0" y="0"/>
            <a:chExt cx="3407565" cy="2484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07565" cy="248485"/>
            </a:xfrm>
            <a:custGeom>
              <a:avLst/>
              <a:gdLst/>
              <a:ahLst/>
              <a:cxnLst/>
              <a:rect r="r" b="b" t="t" l="l"/>
              <a:pathLst>
                <a:path h="248485" w="3407565">
                  <a:moveTo>
                    <a:pt x="3204365" y="0"/>
                  </a:moveTo>
                  <a:cubicBezTo>
                    <a:pt x="3316590" y="0"/>
                    <a:pt x="3407565" y="55625"/>
                    <a:pt x="3407565" y="124242"/>
                  </a:cubicBezTo>
                  <a:cubicBezTo>
                    <a:pt x="3407565" y="192860"/>
                    <a:pt x="3316590" y="248485"/>
                    <a:pt x="3204365" y="248485"/>
                  </a:cubicBezTo>
                  <a:lnTo>
                    <a:pt x="203200" y="248485"/>
                  </a:lnTo>
                  <a:cubicBezTo>
                    <a:pt x="90976" y="248485"/>
                    <a:pt x="0" y="192860"/>
                    <a:pt x="0" y="124242"/>
                  </a:cubicBezTo>
                  <a:cubicBezTo>
                    <a:pt x="0" y="556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E67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407565" cy="29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35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158616" y="3773140"/>
            <a:ext cx="670539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23181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Karakter seorang “Problem Solver”? 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510942" y="4842172"/>
            <a:ext cx="11410727" cy="1142618"/>
            <a:chOff x="0" y="0"/>
            <a:chExt cx="3407565" cy="3412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07565" cy="341218"/>
            </a:xfrm>
            <a:custGeom>
              <a:avLst/>
              <a:gdLst/>
              <a:ahLst/>
              <a:cxnLst/>
              <a:rect r="r" b="b" t="t" l="l"/>
              <a:pathLst>
                <a:path h="341218" w="3407565">
                  <a:moveTo>
                    <a:pt x="3204365" y="0"/>
                  </a:moveTo>
                  <a:cubicBezTo>
                    <a:pt x="3316590" y="0"/>
                    <a:pt x="3407565" y="76384"/>
                    <a:pt x="3407565" y="170609"/>
                  </a:cubicBezTo>
                  <a:cubicBezTo>
                    <a:pt x="3407565" y="264834"/>
                    <a:pt x="3316590" y="341218"/>
                    <a:pt x="3204365" y="341218"/>
                  </a:cubicBezTo>
                  <a:lnTo>
                    <a:pt x="203200" y="341218"/>
                  </a:lnTo>
                  <a:cubicBezTo>
                    <a:pt x="90976" y="341218"/>
                    <a:pt x="0" y="264834"/>
                    <a:pt x="0" y="170609"/>
                  </a:cubicBezTo>
                  <a:cubicBezTo>
                    <a:pt x="0" y="7638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E67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407565" cy="388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35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828762" y="4870901"/>
            <a:ext cx="1183339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23181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Sistematika Penyelesaian Masalah</a:t>
            </a: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23181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(Proposal Perbaikan, Laporan Proyek Perbaikan)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0" y="2602578"/>
            <a:ext cx="4307128" cy="9669063"/>
          </a:xfrm>
          <a:custGeom>
            <a:avLst/>
            <a:gdLst/>
            <a:ahLst/>
            <a:cxnLst/>
            <a:rect r="r" b="b" t="t" l="l"/>
            <a:pathLst>
              <a:path h="9669063" w="4307128">
                <a:moveTo>
                  <a:pt x="0" y="0"/>
                </a:moveTo>
                <a:lnTo>
                  <a:pt x="4307128" y="0"/>
                </a:lnTo>
                <a:lnTo>
                  <a:pt x="4307128" y="9669064"/>
                </a:lnTo>
                <a:lnTo>
                  <a:pt x="0" y="966906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5374" y="0"/>
            <a:ext cx="2814490" cy="1527242"/>
          </a:xfrm>
          <a:custGeom>
            <a:avLst/>
            <a:gdLst/>
            <a:ahLst/>
            <a:cxnLst/>
            <a:rect r="r" b="b" t="t" l="l"/>
            <a:pathLst>
              <a:path h="1527242" w="2814490">
                <a:moveTo>
                  <a:pt x="0" y="0"/>
                </a:moveTo>
                <a:lnTo>
                  <a:pt x="2814490" y="0"/>
                </a:lnTo>
                <a:lnTo>
                  <a:pt x="2814490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921669" y="0"/>
            <a:ext cx="2321409" cy="1527242"/>
          </a:xfrm>
          <a:custGeom>
            <a:avLst/>
            <a:gdLst/>
            <a:ahLst/>
            <a:cxnLst/>
            <a:rect r="r" b="b" t="t" l="l"/>
            <a:pathLst>
              <a:path h="1527242" w="2321409">
                <a:moveTo>
                  <a:pt x="0" y="0"/>
                </a:moveTo>
                <a:lnTo>
                  <a:pt x="2321409" y="0"/>
                </a:lnTo>
                <a:lnTo>
                  <a:pt x="2321409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27630">
            <a:off x="13844669" y="5844079"/>
            <a:ext cx="3186061" cy="3186061"/>
          </a:xfrm>
          <a:custGeom>
            <a:avLst/>
            <a:gdLst/>
            <a:ahLst/>
            <a:cxnLst/>
            <a:rect r="r" b="b" t="t" l="l"/>
            <a:pathLst>
              <a:path h="3186061" w="3186061">
                <a:moveTo>
                  <a:pt x="0" y="0"/>
                </a:moveTo>
                <a:lnTo>
                  <a:pt x="3186061" y="0"/>
                </a:lnTo>
                <a:lnTo>
                  <a:pt x="3186061" y="3186062"/>
                </a:lnTo>
                <a:lnTo>
                  <a:pt x="0" y="3186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78047" y="3729792"/>
            <a:ext cx="1480966" cy="1766560"/>
          </a:xfrm>
          <a:custGeom>
            <a:avLst/>
            <a:gdLst/>
            <a:ahLst/>
            <a:cxnLst/>
            <a:rect r="r" b="b" t="t" l="l"/>
            <a:pathLst>
              <a:path h="1766560" w="1480966">
                <a:moveTo>
                  <a:pt x="0" y="0"/>
                </a:moveTo>
                <a:lnTo>
                  <a:pt x="1480966" y="0"/>
                </a:lnTo>
                <a:lnTo>
                  <a:pt x="1480966" y="1766559"/>
                </a:lnTo>
                <a:lnTo>
                  <a:pt x="0" y="17665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23159">
            <a:off x="-234439" y="2182601"/>
            <a:ext cx="3272897" cy="3272897"/>
          </a:xfrm>
          <a:custGeom>
            <a:avLst/>
            <a:gdLst/>
            <a:ahLst/>
            <a:cxnLst/>
            <a:rect r="r" b="b" t="t" l="l"/>
            <a:pathLst>
              <a:path h="3272897" w="3272897">
                <a:moveTo>
                  <a:pt x="0" y="0"/>
                </a:moveTo>
                <a:lnTo>
                  <a:pt x="3272897" y="0"/>
                </a:lnTo>
                <a:lnTo>
                  <a:pt x="3272897" y="3272898"/>
                </a:lnTo>
                <a:lnTo>
                  <a:pt x="0" y="3272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48409" y="1343099"/>
            <a:ext cx="15424360" cy="8676626"/>
            <a:chOff x="0" y="0"/>
            <a:chExt cx="4062383" cy="22852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2383" cy="2285202"/>
            </a:xfrm>
            <a:custGeom>
              <a:avLst/>
              <a:gdLst/>
              <a:ahLst/>
              <a:cxnLst/>
              <a:rect r="r" b="b" t="t" l="l"/>
              <a:pathLst>
                <a:path h="2285202" w="4062383">
                  <a:moveTo>
                    <a:pt x="29112" y="0"/>
                  </a:moveTo>
                  <a:lnTo>
                    <a:pt x="4033271" y="0"/>
                  </a:lnTo>
                  <a:cubicBezTo>
                    <a:pt x="4049349" y="0"/>
                    <a:pt x="4062383" y="13034"/>
                    <a:pt x="4062383" y="29112"/>
                  </a:cubicBezTo>
                  <a:lnTo>
                    <a:pt x="4062383" y="2256090"/>
                  </a:lnTo>
                  <a:cubicBezTo>
                    <a:pt x="4062383" y="2272168"/>
                    <a:pt x="4049349" y="2285202"/>
                    <a:pt x="4033271" y="2285202"/>
                  </a:cubicBezTo>
                  <a:lnTo>
                    <a:pt x="29112" y="2285202"/>
                  </a:lnTo>
                  <a:cubicBezTo>
                    <a:pt x="13034" y="2285202"/>
                    <a:pt x="0" y="2272168"/>
                    <a:pt x="0" y="2256090"/>
                  </a:cubicBezTo>
                  <a:lnTo>
                    <a:pt x="0" y="29112"/>
                  </a:lnTo>
                  <a:cubicBezTo>
                    <a:pt x="0" y="13034"/>
                    <a:pt x="13034" y="0"/>
                    <a:pt x="2911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7991B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62383" cy="2323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172350" y="8707435"/>
            <a:ext cx="2173899" cy="1791655"/>
          </a:xfrm>
          <a:custGeom>
            <a:avLst/>
            <a:gdLst/>
            <a:ahLst/>
            <a:cxnLst/>
            <a:rect r="r" b="b" t="t" l="l"/>
            <a:pathLst>
              <a:path h="1791655" w="2173899">
                <a:moveTo>
                  <a:pt x="0" y="0"/>
                </a:moveTo>
                <a:lnTo>
                  <a:pt x="2173900" y="0"/>
                </a:lnTo>
                <a:lnTo>
                  <a:pt x="2173900" y="1791655"/>
                </a:lnTo>
                <a:lnTo>
                  <a:pt x="0" y="17916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270122">
            <a:off x="16189453" y="3015490"/>
            <a:ext cx="2539119" cy="858619"/>
          </a:xfrm>
          <a:custGeom>
            <a:avLst/>
            <a:gdLst/>
            <a:ahLst/>
            <a:cxnLst/>
            <a:rect r="r" b="b" t="t" l="l"/>
            <a:pathLst>
              <a:path h="858619" w="2539119">
                <a:moveTo>
                  <a:pt x="0" y="0"/>
                </a:moveTo>
                <a:lnTo>
                  <a:pt x="2539119" y="0"/>
                </a:lnTo>
                <a:lnTo>
                  <a:pt x="2539119" y="858619"/>
                </a:lnTo>
                <a:lnTo>
                  <a:pt x="0" y="8586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03026" t="-318933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2898017">
            <a:off x="132450" y="2722588"/>
            <a:ext cx="2539119" cy="2192923"/>
          </a:xfrm>
          <a:custGeom>
            <a:avLst/>
            <a:gdLst/>
            <a:ahLst/>
            <a:cxnLst/>
            <a:rect r="r" b="b" t="t" l="l"/>
            <a:pathLst>
              <a:path h="2192923" w="2539119">
                <a:moveTo>
                  <a:pt x="2539119" y="0"/>
                </a:moveTo>
                <a:lnTo>
                  <a:pt x="0" y="0"/>
                </a:lnTo>
                <a:lnTo>
                  <a:pt x="0" y="2192924"/>
                </a:lnTo>
                <a:lnTo>
                  <a:pt x="2539119" y="2192924"/>
                </a:lnTo>
                <a:lnTo>
                  <a:pt x="2539119" y="0"/>
                </a:lnTo>
                <a:close/>
              </a:path>
            </a:pathLst>
          </a:custGeom>
          <a:blipFill>
            <a:blip r:embed="rId8"/>
            <a:stretch>
              <a:fillRect l="0" t="0" r="-203026" b="-64029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1304165" y="8149796"/>
            <a:ext cx="3329921" cy="2137204"/>
          </a:xfrm>
          <a:custGeom>
            <a:avLst/>
            <a:gdLst/>
            <a:ahLst/>
            <a:cxnLst/>
            <a:rect r="r" b="b" t="t" l="l"/>
            <a:pathLst>
              <a:path h="2137204" w="3329921">
                <a:moveTo>
                  <a:pt x="3329921" y="2137204"/>
                </a:moveTo>
                <a:lnTo>
                  <a:pt x="0" y="2137204"/>
                </a:lnTo>
                <a:lnTo>
                  <a:pt x="0" y="0"/>
                </a:lnTo>
                <a:lnTo>
                  <a:pt x="3329921" y="0"/>
                </a:lnTo>
                <a:lnTo>
                  <a:pt x="3329921" y="2137204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229916" y="-349549"/>
            <a:ext cx="1624336" cy="1905379"/>
          </a:xfrm>
          <a:custGeom>
            <a:avLst/>
            <a:gdLst/>
            <a:ahLst/>
            <a:cxnLst/>
            <a:rect r="r" b="b" t="t" l="l"/>
            <a:pathLst>
              <a:path h="1905379" w="1624336">
                <a:moveTo>
                  <a:pt x="0" y="0"/>
                </a:moveTo>
                <a:lnTo>
                  <a:pt x="1624336" y="0"/>
                </a:lnTo>
                <a:lnTo>
                  <a:pt x="1624336" y="1905379"/>
                </a:lnTo>
                <a:lnTo>
                  <a:pt x="0" y="19053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088803" y="480842"/>
            <a:ext cx="4065484" cy="1123552"/>
          </a:xfrm>
          <a:custGeom>
            <a:avLst/>
            <a:gdLst/>
            <a:ahLst/>
            <a:cxnLst/>
            <a:rect r="r" b="b" t="t" l="l"/>
            <a:pathLst>
              <a:path h="1123552" w="4065484">
                <a:moveTo>
                  <a:pt x="0" y="0"/>
                </a:moveTo>
                <a:lnTo>
                  <a:pt x="4065484" y="0"/>
                </a:lnTo>
                <a:lnTo>
                  <a:pt x="4065484" y="1123552"/>
                </a:lnTo>
                <a:lnTo>
                  <a:pt x="0" y="112355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912066" y="86677"/>
            <a:ext cx="2321409" cy="1527242"/>
          </a:xfrm>
          <a:custGeom>
            <a:avLst/>
            <a:gdLst/>
            <a:ahLst/>
            <a:cxnLst/>
            <a:rect r="r" b="b" t="t" l="l"/>
            <a:pathLst>
              <a:path h="1527242" w="2321409">
                <a:moveTo>
                  <a:pt x="0" y="0"/>
                </a:moveTo>
                <a:lnTo>
                  <a:pt x="2321408" y="0"/>
                </a:lnTo>
                <a:lnTo>
                  <a:pt x="2321408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86677"/>
            <a:ext cx="2814490" cy="1527242"/>
          </a:xfrm>
          <a:custGeom>
            <a:avLst/>
            <a:gdLst/>
            <a:ahLst/>
            <a:cxnLst/>
            <a:rect r="r" b="b" t="t" l="l"/>
            <a:pathLst>
              <a:path h="1527242" w="2814490">
                <a:moveTo>
                  <a:pt x="0" y="0"/>
                </a:moveTo>
                <a:lnTo>
                  <a:pt x="2814490" y="0"/>
                </a:lnTo>
                <a:lnTo>
                  <a:pt x="2814490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66980" y="3626277"/>
            <a:ext cx="5321822" cy="5425302"/>
          </a:xfrm>
          <a:custGeom>
            <a:avLst/>
            <a:gdLst/>
            <a:ahLst/>
            <a:cxnLst/>
            <a:rect r="r" b="b" t="t" l="l"/>
            <a:pathLst>
              <a:path h="5425302" w="5321822">
                <a:moveTo>
                  <a:pt x="0" y="0"/>
                </a:moveTo>
                <a:lnTo>
                  <a:pt x="5321823" y="0"/>
                </a:lnTo>
                <a:lnTo>
                  <a:pt x="5321823" y="5425302"/>
                </a:lnTo>
                <a:lnTo>
                  <a:pt x="0" y="542530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6781289" y="7708237"/>
            <a:ext cx="3223665" cy="0"/>
          </a:xfrm>
          <a:prstGeom prst="line">
            <a:avLst/>
          </a:prstGeom>
          <a:ln cap="flat" w="38100">
            <a:solidFill>
              <a:srgbClr val="4C7B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9173136" y="6094864"/>
            <a:ext cx="1251932" cy="1686766"/>
          </a:xfrm>
          <a:prstGeom prst="line">
            <a:avLst/>
          </a:prstGeom>
          <a:ln cap="flat" w="38100">
            <a:solidFill>
              <a:srgbClr val="4C7B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0004954" y="6338928"/>
            <a:ext cx="3223665" cy="0"/>
          </a:xfrm>
          <a:prstGeom prst="line">
            <a:avLst/>
          </a:prstGeom>
          <a:ln cap="flat" w="38100">
            <a:solidFill>
              <a:srgbClr val="4C7B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2660165" y="5157996"/>
            <a:ext cx="1598951" cy="1363401"/>
          </a:xfrm>
          <a:prstGeom prst="line">
            <a:avLst/>
          </a:prstGeom>
          <a:ln cap="flat" w="38100">
            <a:solidFill>
              <a:srgbClr val="4C7B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3628969" y="5434847"/>
            <a:ext cx="3223665" cy="0"/>
          </a:xfrm>
          <a:prstGeom prst="line">
            <a:avLst/>
          </a:prstGeom>
          <a:ln cap="flat" w="38100">
            <a:solidFill>
              <a:srgbClr val="4C7B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-668232">
            <a:off x="8985474" y="7349560"/>
            <a:ext cx="7548446" cy="2647437"/>
            <a:chOff x="0" y="0"/>
            <a:chExt cx="1988068" cy="6972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88068" cy="697267"/>
            </a:xfrm>
            <a:custGeom>
              <a:avLst/>
              <a:gdLst/>
              <a:ahLst/>
              <a:cxnLst/>
              <a:rect r="r" b="b" t="t" l="l"/>
              <a:pathLst>
                <a:path h="697267" w="1988068">
                  <a:moveTo>
                    <a:pt x="1988068" y="348634"/>
                  </a:moveTo>
                  <a:lnTo>
                    <a:pt x="1581668" y="0"/>
                  </a:lnTo>
                  <a:lnTo>
                    <a:pt x="1581668" y="203200"/>
                  </a:lnTo>
                  <a:lnTo>
                    <a:pt x="0" y="203200"/>
                  </a:lnTo>
                  <a:lnTo>
                    <a:pt x="0" y="494067"/>
                  </a:lnTo>
                  <a:lnTo>
                    <a:pt x="1581668" y="494067"/>
                  </a:lnTo>
                  <a:lnTo>
                    <a:pt x="1581668" y="697267"/>
                  </a:lnTo>
                  <a:lnTo>
                    <a:pt x="1988068" y="348634"/>
                  </a:lnTo>
                  <a:close/>
                </a:path>
              </a:pathLst>
            </a:custGeom>
            <a:solidFill>
              <a:srgbClr val="7991B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55575"/>
              <a:ext cx="1886468" cy="338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35"/>
                </a:lnSpc>
              </a:pPr>
              <a:r>
                <a:rPr lang="en-US" sz="2382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Menumbuhkan karakter DEKKI</a:t>
              </a:r>
            </a:p>
            <a:p>
              <a:pPr algn="ctr">
                <a:lnSpc>
                  <a:spcPts val="3335"/>
                </a:lnSpc>
              </a:pPr>
              <a:r>
                <a:rPr lang="en-US" sz="2382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(Disiplin, Empati, Kritis, Kreatif dan Inovatif)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269621" y="576798"/>
            <a:ext cx="3703848" cy="84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8"/>
              </a:lnSpc>
            </a:pPr>
            <a:r>
              <a:rPr lang="en-US" sz="2998">
                <a:solidFill>
                  <a:srgbClr val="C47057"/>
                </a:solidFill>
                <a:latin typeface="More Sugar"/>
                <a:ea typeface="More Sugar"/>
                <a:cs typeface="More Sugar"/>
                <a:sym typeface="More Sugar"/>
              </a:rPr>
              <a:t>APA YANG DILAKUKAN 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29916" y="7210194"/>
            <a:ext cx="3699526" cy="40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5"/>
              </a:lnSpc>
              <a:spcBef>
                <a:spcPct val="0"/>
              </a:spcBef>
            </a:pPr>
            <a:r>
              <a:rPr lang="en-US" sz="2382">
                <a:solidFill>
                  <a:srgbClr val="38669D"/>
                </a:solidFill>
                <a:latin typeface="Comic Sans"/>
                <a:ea typeface="Comic Sans"/>
                <a:cs typeface="Comic Sans"/>
                <a:sym typeface="Comic Sans"/>
              </a:rPr>
              <a:t>PELATIHAN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9443" y="5846498"/>
            <a:ext cx="3699526" cy="40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5"/>
              </a:lnSpc>
              <a:spcBef>
                <a:spcPct val="0"/>
              </a:spcBef>
            </a:pPr>
            <a:r>
              <a:rPr lang="en-US" sz="2382">
                <a:solidFill>
                  <a:srgbClr val="38669D"/>
                </a:solidFill>
                <a:latin typeface="Comic Sans"/>
                <a:ea typeface="Comic Sans"/>
                <a:cs typeface="Comic Sans"/>
                <a:sym typeface="Comic Sans"/>
              </a:rPr>
              <a:t>PRAKTEK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59641" y="4857626"/>
            <a:ext cx="3699526" cy="40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5"/>
              </a:lnSpc>
              <a:spcBef>
                <a:spcPct val="0"/>
              </a:spcBef>
            </a:pPr>
            <a:r>
              <a:rPr lang="en-US" sz="2382">
                <a:solidFill>
                  <a:srgbClr val="38669D"/>
                </a:solidFill>
                <a:latin typeface="Comic Sans"/>
                <a:ea typeface="Comic Sans"/>
                <a:cs typeface="Comic Sans"/>
                <a:sym typeface="Comic Sans"/>
              </a:rPr>
              <a:t>ASESMEN</a:t>
            </a:r>
          </a:p>
        </p:txBody>
      </p:sp>
      <p:grpSp>
        <p:nvGrpSpPr>
          <p:cNvPr name="Group 29" id="29"/>
          <p:cNvGrpSpPr/>
          <p:nvPr/>
        </p:nvGrpSpPr>
        <p:grpSpPr>
          <a:xfrm rot="-668232">
            <a:off x="7453059" y="2842773"/>
            <a:ext cx="7672907" cy="2647437"/>
            <a:chOff x="0" y="0"/>
            <a:chExt cx="2020848" cy="6972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20848" cy="697267"/>
            </a:xfrm>
            <a:custGeom>
              <a:avLst/>
              <a:gdLst/>
              <a:ahLst/>
              <a:cxnLst/>
              <a:rect r="r" b="b" t="t" l="l"/>
              <a:pathLst>
                <a:path h="697267" w="2020848">
                  <a:moveTo>
                    <a:pt x="2020848" y="348634"/>
                  </a:moveTo>
                  <a:lnTo>
                    <a:pt x="1614448" y="0"/>
                  </a:lnTo>
                  <a:lnTo>
                    <a:pt x="1614448" y="203200"/>
                  </a:lnTo>
                  <a:lnTo>
                    <a:pt x="0" y="203200"/>
                  </a:lnTo>
                  <a:lnTo>
                    <a:pt x="0" y="494067"/>
                  </a:lnTo>
                  <a:lnTo>
                    <a:pt x="1614448" y="494067"/>
                  </a:lnTo>
                  <a:lnTo>
                    <a:pt x="1614448" y="697267"/>
                  </a:lnTo>
                  <a:lnTo>
                    <a:pt x="2020848" y="348634"/>
                  </a:lnTo>
                  <a:close/>
                </a:path>
              </a:pathLst>
            </a:custGeom>
            <a:solidFill>
              <a:srgbClr val="7991B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55575"/>
              <a:ext cx="1919248" cy="338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35"/>
                </a:lnSpc>
              </a:pPr>
              <a:r>
                <a:rPr lang="en-US" sz="2382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Meningkatkan problem solving dan </a:t>
              </a:r>
            </a:p>
            <a:p>
              <a:pPr algn="ctr">
                <a:lnSpc>
                  <a:spcPts val="3335"/>
                </a:lnSpc>
              </a:pPr>
              <a:r>
                <a:rPr lang="en-US" sz="2382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communication skill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506122" y="7755862"/>
            <a:ext cx="3147116" cy="1244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5"/>
              </a:lnSpc>
            </a:pPr>
            <a:r>
              <a:rPr lang="en-US" sz="238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Pelatihan dalam kelas</a:t>
            </a:r>
          </a:p>
          <a:p>
            <a:pPr algn="ctr">
              <a:lnSpc>
                <a:spcPts val="3335"/>
              </a:lnSpc>
              <a:spcBef>
                <a:spcPct val="0"/>
              </a:spcBef>
            </a:pPr>
            <a:r>
              <a:rPr lang="en-US" sz="238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PDCA - 8 langkah perbaikan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15954" y="6554942"/>
            <a:ext cx="3147116" cy="1244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5"/>
              </a:lnSpc>
              <a:spcBef>
                <a:spcPct val="0"/>
              </a:spcBef>
            </a:pPr>
            <a:r>
              <a:rPr lang="en-US" sz="238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Praktek langsung menyelesaikan masalah disekitar kita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35846" y="5560312"/>
            <a:ext cx="3147116" cy="1244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5"/>
              </a:lnSpc>
              <a:spcBef>
                <a:spcPct val="0"/>
              </a:spcBef>
            </a:pPr>
            <a:r>
              <a:rPr lang="en-US" sz="238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Mengukur kompetensi dalam menyelesaikan masalah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70588" y="1566294"/>
            <a:ext cx="4346823" cy="40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5"/>
              </a:lnSpc>
              <a:spcBef>
                <a:spcPct val="0"/>
              </a:spcBef>
            </a:pPr>
            <a:r>
              <a:rPr lang="en-US" sz="2382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(Dalam menyelesaikan masalah)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27630">
            <a:off x="13844669" y="5844079"/>
            <a:ext cx="3186061" cy="3186061"/>
          </a:xfrm>
          <a:custGeom>
            <a:avLst/>
            <a:gdLst/>
            <a:ahLst/>
            <a:cxnLst/>
            <a:rect r="r" b="b" t="t" l="l"/>
            <a:pathLst>
              <a:path h="3186061" w="3186061">
                <a:moveTo>
                  <a:pt x="0" y="0"/>
                </a:moveTo>
                <a:lnTo>
                  <a:pt x="3186061" y="0"/>
                </a:lnTo>
                <a:lnTo>
                  <a:pt x="3186061" y="3186062"/>
                </a:lnTo>
                <a:lnTo>
                  <a:pt x="0" y="3186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78047" y="3729792"/>
            <a:ext cx="1480966" cy="1766560"/>
          </a:xfrm>
          <a:custGeom>
            <a:avLst/>
            <a:gdLst/>
            <a:ahLst/>
            <a:cxnLst/>
            <a:rect r="r" b="b" t="t" l="l"/>
            <a:pathLst>
              <a:path h="1766560" w="1480966">
                <a:moveTo>
                  <a:pt x="0" y="0"/>
                </a:moveTo>
                <a:lnTo>
                  <a:pt x="1480966" y="0"/>
                </a:lnTo>
                <a:lnTo>
                  <a:pt x="1480966" y="1766559"/>
                </a:lnTo>
                <a:lnTo>
                  <a:pt x="0" y="17665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23159">
            <a:off x="-234439" y="2182601"/>
            <a:ext cx="3272897" cy="3272897"/>
          </a:xfrm>
          <a:custGeom>
            <a:avLst/>
            <a:gdLst/>
            <a:ahLst/>
            <a:cxnLst/>
            <a:rect r="r" b="b" t="t" l="l"/>
            <a:pathLst>
              <a:path h="3272897" w="3272897">
                <a:moveTo>
                  <a:pt x="0" y="0"/>
                </a:moveTo>
                <a:lnTo>
                  <a:pt x="3272897" y="0"/>
                </a:lnTo>
                <a:lnTo>
                  <a:pt x="3272897" y="3272898"/>
                </a:lnTo>
                <a:lnTo>
                  <a:pt x="0" y="3272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48409" y="1343099"/>
            <a:ext cx="15424360" cy="8676626"/>
            <a:chOff x="0" y="0"/>
            <a:chExt cx="4062383" cy="22852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2383" cy="2285202"/>
            </a:xfrm>
            <a:custGeom>
              <a:avLst/>
              <a:gdLst/>
              <a:ahLst/>
              <a:cxnLst/>
              <a:rect r="r" b="b" t="t" l="l"/>
              <a:pathLst>
                <a:path h="2285202" w="4062383">
                  <a:moveTo>
                    <a:pt x="29112" y="0"/>
                  </a:moveTo>
                  <a:lnTo>
                    <a:pt x="4033271" y="0"/>
                  </a:lnTo>
                  <a:cubicBezTo>
                    <a:pt x="4049349" y="0"/>
                    <a:pt x="4062383" y="13034"/>
                    <a:pt x="4062383" y="29112"/>
                  </a:cubicBezTo>
                  <a:lnTo>
                    <a:pt x="4062383" y="2256090"/>
                  </a:lnTo>
                  <a:cubicBezTo>
                    <a:pt x="4062383" y="2272168"/>
                    <a:pt x="4049349" y="2285202"/>
                    <a:pt x="4033271" y="2285202"/>
                  </a:cubicBezTo>
                  <a:lnTo>
                    <a:pt x="29112" y="2285202"/>
                  </a:lnTo>
                  <a:cubicBezTo>
                    <a:pt x="13034" y="2285202"/>
                    <a:pt x="0" y="2272168"/>
                    <a:pt x="0" y="2256090"/>
                  </a:cubicBezTo>
                  <a:lnTo>
                    <a:pt x="0" y="29112"/>
                  </a:lnTo>
                  <a:cubicBezTo>
                    <a:pt x="0" y="13034"/>
                    <a:pt x="13034" y="0"/>
                    <a:pt x="2911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7991B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62383" cy="2323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172350" y="8707435"/>
            <a:ext cx="2173899" cy="1791655"/>
          </a:xfrm>
          <a:custGeom>
            <a:avLst/>
            <a:gdLst/>
            <a:ahLst/>
            <a:cxnLst/>
            <a:rect r="r" b="b" t="t" l="l"/>
            <a:pathLst>
              <a:path h="1791655" w="2173899">
                <a:moveTo>
                  <a:pt x="0" y="0"/>
                </a:moveTo>
                <a:lnTo>
                  <a:pt x="2173900" y="0"/>
                </a:lnTo>
                <a:lnTo>
                  <a:pt x="2173900" y="1791655"/>
                </a:lnTo>
                <a:lnTo>
                  <a:pt x="0" y="17916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270122">
            <a:off x="16189453" y="3015490"/>
            <a:ext cx="2539119" cy="858619"/>
          </a:xfrm>
          <a:custGeom>
            <a:avLst/>
            <a:gdLst/>
            <a:ahLst/>
            <a:cxnLst/>
            <a:rect r="r" b="b" t="t" l="l"/>
            <a:pathLst>
              <a:path h="858619" w="2539119">
                <a:moveTo>
                  <a:pt x="0" y="0"/>
                </a:moveTo>
                <a:lnTo>
                  <a:pt x="2539119" y="0"/>
                </a:lnTo>
                <a:lnTo>
                  <a:pt x="2539119" y="858619"/>
                </a:lnTo>
                <a:lnTo>
                  <a:pt x="0" y="8586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03026" t="-318933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6255730" y="4384669"/>
            <a:ext cx="1841451" cy="1517662"/>
          </a:xfrm>
          <a:custGeom>
            <a:avLst/>
            <a:gdLst/>
            <a:ahLst/>
            <a:cxnLst/>
            <a:rect r="r" b="b" t="t" l="l"/>
            <a:pathLst>
              <a:path h="1517662" w="1841451">
                <a:moveTo>
                  <a:pt x="1841450" y="0"/>
                </a:moveTo>
                <a:lnTo>
                  <a:pt x="0" y="0"/>
                </a:lnTo>
                <a:lnTo>
                  <a:pt x="0" y="1517662"/>
                </a:lnTo>
                <a:lnTo>
                  <a:pt x="1841450" y="1517662"/>
                </a:lnTo>
                <a:lnTo>
                  <a:pt x="184145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2898017">
            <a:off x="132450" y="2722588"/>
            <a:ext cx="2539119" cy="2192923"/>
          </a:xfrm>
          <a:custGeom>
            <a:avLst/>
            <a:gdLst/>
            <a:ahLst/>
            <a:cxnLst/>
            <a:rect r="r" b="b" t="t" l="l"/>
            <a:pathLst>
              <a:path h="2192923" w="2539119">
                <a:moveTo>
                  <a:pt x="2539119" y="0"/>
                </a:moveTo>
                <a:lnTo>
                  <a:pt x="0" y="0"/>
                </a:lnTo>
                <a:lnTo>
                  <a:pt x="0" y="2192924"/>
                </a:lnTo>
                <a:lnTo>
                  <a:pt x="2539119" y="2192924"/>
                </a:lnTo>
                <a:lnTo>
                  <a:pt x="2539119" y="0"/>
                </a:lnTo>
                <a:close/>
              </a:path>
            </a:pathLst>
          </a:custGeom>
          <a:blipFill>
            <a:blip r:embed="rId8"/>
            <a:stretch>
              <a:fillRect l="0" t="0" r="-203026" b="-64029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-1304165" y="8149796"/>
            <a:ext cx="3329921" cy="2137204"/>
          </a:xfrm>
          <a:custGeom>
            <a:avLst/>
            <a:gdLst/>
            <a:ahLst/>
            <a:cxnLst/>
            <a:rect r="r" b="b" t="t" l="l"/>
            <a:pathLst>
              <a:path h="2137204" w="3329921">
                <a:moveTo>
                  <a:pt x="3329921" y="2137204"/>
                </a:moveTo>
                <a:lnTo>
                  <a:pt x="0" y="2137204"/>
                </a:lnTo>
                <a:lnTo>
                  <a:pt x="0" y="0"/>
                </a:lnTo>
                <a:lnTo>
                  <a:pt x="3329921" y="0"/>
                </a:lnTo>
                <a:lnTo>
                  <a:pt x="3329921" y="2137204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404115" y="-435596"/>
            <a:ext cx="1624336" cy="1905379"/>
          </a:xfrm>
          <a:custGeom>
            <a:avLst/>
            <a:gdLst/>
            <a:ahLst/>
            <a:cxnLst/>
            <a:rect r="r" b="b" t="t" l="l"/>
            <a:pathLst>
              <a:path h="1905379" w="1624336">
                <a:moveTo>
                  <a:pt x="0" y="0"/>
                </a:moveTo>
                <a:lnTo>
                  <a:pt x="1624336" y="0"/>
                </a:lnTo>
                <a:lnTo>
                  <a:pt x="1624336" y="1905379"/>
                </a:lnTo>
                <a:lnTo>
                  <a:pt x="0" y="19053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216283" y="398367"/>
            <a:ext cx="6288613" cy="1737944"/>
          </a:xfrm>
          <a:custGeom>
            <a:avLst/>
            <a:gdLst/>
            <a:ahLst/>
            <a:cxnLst/>
            <a:rect r="r" b="b" t="t" l="l"/>
            <a:pathLst>
              <a:path h="1737944" w="6288613">
                <a:moveTo>
                  <a:pt x="0" y="0"/>
                </a:moveTo>
                <a:lnTo>
                  <a:pt x="6288613" y="0"/>
                </a:lnTo>
                <a:lnTo>
                  <a:pt x="6288613" y="1737944"/>
                </a:lnTo>
                <a:lnTo>
                  <a:pt x="0" y="17379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12066" y="86677"/>
            <a:ext cx="2321409" cy="1527242"/>
          </a:xfrm>
          <a:custGeom>
            <a:avLst/>
            <a:gdLst/>
            <a:ahLst/>
            <a:cxnLst/>
            <a:rect r="r" b="b" t="t" l="l"/>
            <a:pathLst>
              <a:path h="1527242" w="2321409">
                <a:moveTo>
                  <a:pt x="0" y="0"/>
                </a:moveTo>
                <a:lnTo>
                  <a:pt x="2321408" y="0"/>
                </a:lnTo>
                <a:lnTo>
                  <a:pt x="2321408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0" y="86677"/>
            <a:ext cx="2814490" cy="1527242"/>
          </a:xfrm>
          <a:custGeom>
            <a:avLst/>
            <a:gdLst/>
            <a:ahLst/>
            <a:cxnLst/>
            <a:rect r="r" b="b" t="t" l="l"/>
            <a:pathLst>
              <a:path h="1527242" w="2814490">
                <a:moveTo>
                  <a:pt x="0" y="0"/>
                </a:moveTo>
                <a:lnTo>
                  <a:pt x="2814490" y="0"/>
                </a:lnTo>
                <a:lnTo>
                  <a:pt x="2814490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817540" y="5902331"/>
            <a:ext cx="3086100" cy="2279413"/>
            <a:chOff x="0" y="0"/>
            <a:chExt cx="812800" cy="6003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00339"/>
            </a:xfrm>
            <a:custGeom>
              <a:avLst/>
              <a:gdLst/>
              <a:ahLst/>
              <a:cxnLst/>
              <a:rect r="r" b="b" t="t" l="l"/>
              <a:pathLst>
                <a:path h="600339" w="812800">
                  <a:moveTo>
                    <a:pt x="273050" y="0"/>
                  </a:moveTo>
                  <a:lnTo>
                    <a:pt x="0" y="300170"/>
                  </a:lnTo>
                  <a:lnTo>
                    <a:pt x="273050" y="600339"/>
                  </a:lnTo>
                  <a:lnTo>
                    <a:pt x="273050" y="466989"/>
                  </a:lnTo>
                  <a:lnTo>
                    <a:pt x="539750" y="466989"/>
                  </a:lnTo>
                  <a:lnTo>
                    <a:pt x="539750" y="600339"/>
                  </a:lnTo>
                  <a:lnTo>
                    <a:pt x="812800" y="300170"/>
                  </a:lnTo>
                  <a:lnTo>
                    <a:pt x="539750" y="0"/>
                  </a:lnTo>
                  <a:lnTo>
                    <a:pt x="539750" y="133350"/>
                  </a:lnTo>
                  <a:lnTo>
                    <a:pt x="273050" y="133350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FCDBC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34925"/>
              <a:ext cx="609600" cy="425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815"/>
                </a:lnSpc>
              </a:pPr>
              <a:r>
                <a:rPr lang="en-US" b="true" sz="5582">
                  <a:solidFill>
                    <a:srgbClr val="000000"/>
                  </a:solidFill>
                  <a:latin typeface="Comic Sans Bold"/>
                  <a:ea typeface="Comic Sans Bold"/>
                  <a:cs typeface="Comic Sans Bold"/>
                  <a:sym typeface="Comic Sans Bold"/>
                </a:rPr>
                <a:t>+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956056" y="5496351"/>
            <a:ext cx="3861484" cy="3074674"/>
            <a:chOff x="0" y="0"/>
            <a:chExt cx="635000" cy="50561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" cy="505613"/>
            </a:xfrm>
            <a:custGeom>
              <a:avLst/>
              <a:gdLst/>
              <a:ahLst/>
              <a:cxnLst/>
              <a:rect r="r" b="b" t="t" l="l"/>
              <a:pathLst>
                <a:path h="505613" w="635000">
                  <a:moveTo>
                    <a:pt x="39158" y="0"/>
                  </a:moveTo>
                  <a:lnTo>
                    <a:pt x="595842" y="0"/>
                  </a:lnTo>
                  <a:cubicBezTo>
                    <a:pt x="617468" y="0"/>
                    <a:pt x="635000" y="17532"/>
                    <a:pt x="635000" y="39158"/>
                  </a:cubicBezTo>
                  <a:lnTo>
                    <a:pt x="635000" y="466455"/>
                  </a:lnTo>
                  <a:cubicBezTo>
                    <a:pt x="635000" y="488082"/>
                    <a:pt x="617468" y="505613"/>
                    <a:pt x="595842" y="505613"/>
                  </a:cubicBezTo>
                  <a:lnTo>
                    <a:pt x="39158" y="505613"/>
                  </a:lnTo>
                  <a:cubicBezTo>
                    <a:pt x="17532" y="505613"/>
                    <a:pt x="0" y="488082"/>
                    <a:pt x="0" y="466455"/>
                  </a:cubicBezTo>
                  <a:lnTo>
                    <a:pt x="0" y="39158"/>
                  </a:lnTo>
                  <a:cubicBezTo>
                    <a:pt x="0" y="17532"/>
                    <a:pt x="17532" y="0"/>
                    <a:pt x="39158" y="0"/>
                  </a:cubicBezTo>
                  <a:close/>
                </a:path>
              </a:pathLst>
            </a:custGeom>
            <a:solidFill>
              <a:srgbClr val="DFB3C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35000" cy="55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35"/>
                </a:lnSpc>
              </a:pPr>
              <a:r>
                <a:rPr lang="en-US" sz="2382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SOFT SKILL :</a:t>
              </a:r>
            </a:p>
            <a:p>
              <a:pPr algn="l" marL="514407" indent="-257203" lvl="1">
                <a:lnSpc>
                  <a:spcPts val="3335"/>
                </a:lnSpc>
                <a:buFont typeface="Arial"/>
                <a:buChar char="•"/>
              </a:pPr>
              <a:r>
                <a:rPr lang="en-US" sz="2382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Problem Solving (Penyelesaian Masalah)</a:t>
              </a:r>
            </a:p>
            <a:p>
              <a:pPr algn="l" marL="514407" indent="-257203" lvl="1">
                <a:lnSpc>
                  <a:spcPts val="3335"/>
                </a:lnSpc>
                <a:buFont typeface="Arial"/>
                <a:buChar char="•"/>
              </a:pPr>
              <a:r>
                <a:rPr lang="en-US" sz="2382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Communication (Komunikasi)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03640" y="5496351"/>
            <a:ext cx="4363077" cy="3074674"/>
            <a:chOff x="0" y="0"/>
            <a:chExt cx="717484" cy="50561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7484" cy="505613"/>
            </a:xfrm>
            <a:custGeom>
              <a:avLst/>
              <a:gdLst/>
              <a:ahLst/>
              <a:cxnLst/>
              <a:rect r="r" b="b" t="t" l="l"/>
              <a:pathLst>
                <a:path h="505613" w="717484">
                  <a:moveTo>
                    <a:pt x="34657" y="0"/>
                  </a:moveTo>
                  <a:lnTo>
                    <a:pt x="682828" y="0"/>
                  </a:lnTo>
                  <a:cubicBezTo>
                    <a:pt x="692019" y="0"/>
                    <a:pt x="700834" y="3651"/>
                    <a:pt x="707334" y="10151"/>
                  </a:cubicBezTo>
                  <a:cubicBezTo>
                    <a:pt x="713833" y="16650"/>
                    <a:pt x="717484" y="25465"/>
                    <a:pt x="717484" y="34657"/>
                  </a:cubicBezTo>
                  <a:lnTo>
                    <a:pt x="717484" y="470957"/>
                  </a:lnTo>
                  <a:cubicBezTo>
                    <a:pt x="717484" y="490097"/>
                    <a:pt x="701968" y="505613"/>
                    <a:pt x="682828" y="505613"/>
                  </a:cubicBezTo>
                  <a:lnTo>
                    <a:pt x="34657" y="505613"/>
                  </a:lnTo>
                  <a:cubicBezTo>
                    <a:pt x="25465" y="505613"/>
                    <a:pt x="16650" y="501962"/>
                    <a:pt x="10151" y="495463"/>
                  </a:cubicBezTo>
                  <a:cubicBezTo>
                    <a:pt x="3651" y="488963"/>
                    <a:pt x="0" y="480148"/>
                    <a:pt x="0" y="470957"/>
                  </a:cubicBezTo>
                  <a:lnTo>
                    <a:pt x="0" y="34657"/>
                  </a:lnTo>
                  <a:cubicBezTo>
                    <a:pt x="0" y="15516"/>
                    <a:pt x="15516" y="0"/>
                    <a:pt x="34657" y="0"/>
                  </a:cubicBezTo>
                  <a:close/>
                </a:path>
              </a:pathLst>
            </a:custGeom>
            <a:solidFill>
              <a:srgbClr val="DFB3C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17484" cy="55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35"/>
                </a:lnSpc>
              </a:pPr>
              <a:r>
                <a:rPr lang="en-US" sz="2382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CHARACTER :</a:t>
              </a:r>
            </a:p>
            <a:p>
              <a:pPr algn="l" marL="514407" indent="-257203" lvl="1">
                <a:lnSpc>
                  <a:spcPts val="3335"/>
                </a:lnSpc>
                <a:buFont typeface="Arial"/>
                <a:buChar char="•"/>
              </a:pPr>
              <a:r>
                <a:rPr lang="en-US" sz="2382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Dicipline (Disiplin)</a:t>
              </a:r>
            </a:p>
            <a:p>
              <a:pPr algn="l" marL="514407" indent="-257203" lvl="1">
                <a:lnSpc>
                  <a:spcPts val="3335"/>
                </a:lnSpc>
                <a:buFont typeface="Arial"/>
                <a:buChar char="•"/>
              </a:pPr>
              <a:r>
                <a:rPr lang="en-US" sz="2382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Empathy (Empati)</a:t>
              </a:r>
            </a:p>
            <a:p>
              <a:pPr algn="l" marL="514407" indent="-257203" lvl="1">
                <a:lnSpc>
                  <a:spcPts val="3335"/>
                </a:lnSpc>
                <a:buFont typeface="Arial"/>
                <a:buChar char="•"/>
              </a:pPr>
              <a:r>
                <a:rPr lang="en-US" sz="2382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Critical Thinking (Kritis)</a:t>
              </a:r>
            </a:p>
            <a:p>
              <a:pPr algn="l" marL="514407" indent="-257203" lvl="1">
                <a:lnSpc>
                  <a:spcPts val="3335"/>
                </a:lnSpc>
                <a:buFont typeface="Arial"/>
                <a:buChar char="•"/>
              </a:pPr>
              <a:r>
                <a:rPr lang="en-US" sz="2382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Creative (Kreatif)</a:t>
              </a:r>
            </a:p>
            <a:p>
              <a:pPr algn="l" marL="514407" indent="-257203" lvl="1">
                <a:lnSpc>
                  <a:spcPts val="3335"/>
                </a:lnSpc>
                <a:buFont typeface="Arial"/>
                <a:buChar char="•"/>
              </a:pPr>
              <a:r>
                <a:rPr lang="en-US" sz="2382">
                  <a:solidFill>
                    <a:srgbClr val="000000"/>
                  </a:solidFill>
                  <a:latin typeface="Comic Sans"/>
                  <a:ea typeface="Comic Sans"/>
                  <a:cs typeface="Comic Sans"/>
                  <a:sym typeface="Comic Sans"/>
                </a:rPr>
                <a:t>Innovative (Inovatif)</a:t>
              </a:r>
            </a:p>
            <a:p>
              <a:pPr algn="l">
                <a:lnSpc>
                  <a:spcPts val="3335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883345" y="2295182"/>
            <a:ext cx="2521309" cy="3047737"/>
          </a:xfrm>
          <a:custGeom>
            <a:avLst/>
            <a:gdLst/>
            <a:ahLst/>
            <a:cxnLst/>
            <a:rect r="r" b="b" t="t" l="l"/>
            <a:pathLst>
              <a:path h="3047737" w="2521309">
                <a:moveTo>
                  <a:pt x="0" y="0"/>
                </a:moveTo>
                <a:lnTo>
                  <a:pt x="2521310" y="0"/>
                </a:lnTo>
                <a:lnTo>
                  <a:pt x="2521310" y="3047736"/>
                </a:lnTo>
                <a:lnTo>
                  <a:pt x="0" y="304773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669005" y="545669"/>
            <a:ext cx="5383168" cy="12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8"/>
              </a:lnSpc>
            </a:pPr>
            <a:r>
              <a:rPr lang="en-US" sz="2998">
                <a:solidFill>
                  <a:srgbClr val="C47057"/>
                </a:solidFill>
                <a:latin typeface="More Sugar"/>
                <a:ea typeface="More Sugar"/>
                <a:cs typeface="More Sugar"/>
                <a:sym typeface="More Sugar"/>
              </a:rPr>
              <a:t>KETRAMPILAN DAN KARAKTER SEORANG “PROBLEM SOLVER”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27630">
            <a:off x="13844669" y="5844079"/>
            <a:ext cx="3186061" cy="3186061"/>
          </a:xfrm>
          <a:custGeom>
            <a:avLst/>
            <a:gdLst/>
            <a:ahLst/>
            <a:cxnLst/>
            <a:rect r="r" b="b" t="t" l="l"/>
            <a:pathLst>
              <a:path h="3186061" w="3186061">
                <a:moveTo>
                  <a:pt x="0" y="0"/>
                </a:moveTo>
                <a:lnTo>
                  <a:pt x="3186061" y="0"/>
                </a:lnTo>
                <a:lnTo>
                  <a:pt x="3186061" y="3186062"/>
                </a:lnTo>
                <a:lnTo>
                  <a:pt x="0" y="3186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123159">
            <a:off x="799420" y="1041766"/>
            <a:ext cx="3272897" cy="3272897"/>
          </a:xfrm>
          <a:custGeom>
            <a:avLst/>
            <a:gdLst/>
            <a:ahLst/>
            <a:cxnLst/>
            <a:rect r="r" b="b" t="t" l="l"/>
            <a:pathLst>
              <a:path h="3272897" w="3272897">
                <a:moveTo>
                  <a:pt x="0" y="0"/>
                </a:moveTo>
                <a:lnTo>
                  <a:pt x="3272898" y="0"/>
                </a:lnTo>
                <a:lnTo>
                  <a:pt x="3272898" y="3272897"/>
                </a:lnTo>
                <a:lnTo>
                  <a:pt x="0" y="3272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02009" y="1288541"/>
            <a:ext cx="15670761" cy="8731184"/>
            <a:chOff x="0" y="0"/>
            <a:chExt cx="4127279" cy="22995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27279" cy="2299571"/>
            </a:xfrm>
            <a:custGeom>
              <a:avLst/>
              <a:gdLst/>
              <a:ahLst/>
              <a:cxnLst/>
              <a:rect r="r" b="b" t="t" l="l"/>
              <a:pathLst>
                <a:path h="2299571" w="4127279">
                  <a:moveTo>
                    <a:pt x="28654" y="0"/>
                  </a:moveTo>
                  <a:lnTo>
                    <a:pt x="4098625" y="0"/>
                  </a:lnTo>
                  <a:cubicBezTo>
                    <a:pt x="4106224" y="0"/>
                    <a:pt x="4113512" y="3019"/>
                    <a:pt x="4118886" y="8393"/>
                  </a:cubicBezTo>
                  <a:cubicBezTo>
                    <a:pt x="4124260" y="13766"/>
                    <a:pt x="4127279" y="21055"/>
                    <a:pt x="4127279" y="28654"/>
                  </a:cubicBezTo>
                  <a:lnTo>
                    <a:pt x="4127279" y="2270917"/>
                  </a:lnTo>
                  <a:cubicBezTo>
                    <a:pt x="4127279" y="2278517"/>
                    <a:pt x="4124260" y="2285805"/>
                    <a:pt x="4118886" y="2291179"/>
                  </a:cubicBezTo>
                  <a:cubicBezTo>
                    <a:pt x="4113512" y="2296552"/>
                    <a:pt x="4106224" y="2299571"/>
                    <a:pt x="4098625" y="2299571"/>
                  </a:cubicBezTo>
                  <a:lnTo>
                    <a:pt x="28654" y="2299571"/>
                  </a:lnTo>
                  <a:cubicBezTo>
                    <a:pt x="21055" y="2299571"/>
                    <a:pt x="13766" y="2296552"/>
                    <a:pt x="8393" y="2291179"/>
                  </a:cubicBezTo>
                  <a:cubicBezTo>
                    <a:pt x="3019" y="2285805"/>
                    <a:pt x="0" y="2278517"/>
                    <a:pt x="0" y="2270917"/>
                  </a:cubicBezTo>
                  <a:lnTo>
                    <a:pt x="0" y="28654"/>
                  </a:lnTo>
                  <a:cubicBezTo>
                    <a:pt x="0" y="21055"/>
                    <a:pt x="3019" y="13766"/>
                    <a:pt x="8393" y="8393"/>
                  </a:cubicBezTo>
                  <a:cubicBezTo>
                    <a:pt x="13766" y="3019"/>
                    <a:pt x="21055" y="0"/>
                    <a:pt x="286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C47057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27279" cy="233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129920" y="5675627"/>
            <a:ext cx="1214497" cy="1448704"/>
          </a:xfrm>
          <a:custGeom>
            <a:avLst/>
            <a:gdLst/>
            <a:ahLst/>
            <a:cxnLst/>
            <a:rect r="r" b="b" t="t" l="l"/>
            <a:pathLst>
              <a:path h="1448704" w="1214497">
                <a:moveTo>
                  <a:pt x="0" y="0"/>
                </a:moveTo>
                <a:lnTo>
                  <a:pt x="1214497" y="0"/>
                </a:lnTo>
                <a:lnTo>
                  <a:pt x="1214497" y="1448704"/>
                </a:lnTo>
                <a:lnTo>
                  <a:pt x="0" y="1448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270122">
            <a:off x="16530206" y="6969637"/>
            <a:ext cx="2539119" cy="858619"/>
          </a:xfrm>
          <a:custGeom>
            <a:avLst/>
            <a:gdLst/>
            <a:ahLst/>
            <a:cxnLst/>
            <a:rect r="r" b="b" t="t" l="l"/>
            <a:pathLst>
              <a:path h="858619" w="2539119">
                <a:moveTo>
                  <a:pt x="0" y="0"/>
                </a:moveTo>
                <a:lnTo>
                  <a:pt x="2539120" y="0"/>
                </a:lnTo>
                <a:lnTo>
                  <a:pt x="2539120" y="858619"/>
                </a:lnTo>
                <a:lnTo>
                  <a:pt x="0" y="8586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3026" t="-318933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594418" y="8981428"/>
            <a:ext cx="1841451" cy="1517662"/>
          </a:xfrm>
          <a:custGeom>
            <a:avLst/>
            <a:gdLst/>
            <a:ahLst/>
            <a:cxnLst/>
            <a:rect r="r" b="b" t="t" l="l"/>
            <a:pathLst>
              <a:path h="1517662" w="1841451">
                <a:moveTo>
                  <a:pt x="1841451" y="0"/>
                </a:moveTo>
                <a:lnTo>
                  <a:pt x="0" y="0"/>
                </a:lnTo>
                <a:lnTo>
                  <a:pt x="0" y="1517662"/>
                </a:lnTo>
                <a:lnTo>
                  <a:pt x="1841451" y="1517662"/>
                </a:lnTo>
                <a:lnTo>
                  <a:pt x="184145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2898017">
            <a:off x="-240860" y="2722588"/>
            <a:ext cx="2539119" cy="2192923"/>
          </a:xfrm>
          <a:custGeom>
            <a:avLst/>
            <a:gdLst/>
            <a:ahLst/>
            <a:cxnLst/>
            <a:rect r="r" b="b" t="t" l="l"/>
            <a:pathLst>
              <a:path h="2192923" w="2539119">
                <a:moveTo>
                  <a:pt x="2539120" y="0"/>
                </a:moveTo>
                <a:lnTo>
                  <a:pt x="0" y="0"/>
                </a:lnTo>
                <a:lnTo>
                  <a:pt x="0" y="2192924"/>
                </a:lnTo>
                <a:lnTo>
                  <a:pt x="2539120" y="2192924"/>
                </a:lnTo>
                <a:lnTo>
                  <a:pt x="2539120" y="0"/>
                </a:lnTo>
                <a:close/>
              </a:path>
            </a:pathLst>
          </a:custGeom>
          <a:blipFill>
            <a:blip r:embed="rId6"/>
            <a:stretch>
              <a:fillRect l="0" t="0" r="-203026" b="-64029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-1542290" y="7638833"/>
            <a:ext cx="3329921" cy="2137204"/>
          </a:xfrm>
          <a:custGeom>
            <a:avLst/>
            <a:gdLst/>
            <a:ahLst/>
            <a:cxnLst/>
            <a:rect r="r" b="b" t="t" l="l"/>
            <a:pathLst>
              <a:path h="2137204" w="3329921">
                <a:moveTo>
                  <a:pt x="3329921" y="2137204"/>
                </a:moveTo>
                <a:lnTo>
                  <a:pt x="0" y="2137204"/>
                </a:lnTo>
                <a:lnTo>
                  <a:pt x="0" y="0"/>
                </a:lnTo>
                <a:lnTo>
                  <a:pt x="3329921" y="0"/>
                </a:lnTo>
                <a:lnTo>
                  <a:pt x="3329921" y="2137204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0" y="-41901"/>
            <a:ext cx="2814490" cy="1527242"/>
          </a:xfrm>
          <a:custGeom>
            <a:avLst/>
            <a:gdLst/>
            <a:ahLst/>
            <a:cxnLst/>
            <a:rect r="r" b="b" t="t" l="l"/>
            <a:pathLst>
              <a:path h="1527242" w="2814490">
                <a:moveTo>
                  <a:pt x="0" y="0"/>
                </a:moveTo>
                <a:lnTo>
                  <a:pt x="2814490" y="0"/>
                </a:lnTo>
                <a:lnTo>
                  <a:pt x="2814490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888119" y="-41901"/>
            <a:ext cx="2321409" cy="1527242"/>
          </a:xfrm>
          <a:custGeom>
            <a:avLst/>
            <a:gdLst/>
            <a:ahLst/>
            <a:cxnLst/>
            <a:rect r="r" b="b" t="t" l="l"/>
            <a:pathLst>
              <a:path h="1527242" w="2321409">
                <a:moveTo>
                  <a:pt x="0" y="0"/>
                </a:moveTo>
                <a:lnTo>
                  <a:pt x="2321408" y="0"/>
                </a:lnTo>
                <a:lnTo>
                  <a:pt x="2321408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162237" y="2716314"/>
            <a:ext cx="14375005" cy="6540079"/>
          </a:xfrm>
          <a:custGeom>
            <a:avLst/>
            <a:gdLst/>
            <a:ahLst/>
            <a:cxnLst/>
            <a:rect r="r" b="b" t="t" l="l"/>
            <a:pathLst>
              <a:path h="6540079" w="14375005">
                <a:moveTo>
                  <a:pt x="0" y="0"/>
                </a:moveTo>
                <a:lnTo>
                  <a:pt x="14375005" y="0"/>
                </a:lnTo>
                <a:lnTo>
                  <a:pt x="14375005" y="6540079"/>
                </a:lnTo>
                <a:lnTo>
                  <a:pt x="0" y="65400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093176" y="316181"/>
            <a:ext cx="6101648" cy="1686274"/>
          </a:xfrm>
          <a:custGeom>
            <a:avLst/>
            <a:gdLst/>
            <a:ahLst/>
            <a:cxnLst/>
            <a:rect r="r" b="b" t="t" l="l"/>
            <a:pathLst>
              <a:path h="1686274" w="6101648">
                <a:moveTo>
                  <a:pt x="0" y="0"/>
                </a:moveTo>
                <a:lnTo>
                  <a:pt x="6101648" y="0"/>
                </a:lnTo>
                <a:lnTo>
                  <a:pt x="6101648" y="1686274"/>
                </a:lnTo>
                <a:lnTo>
                  <a:pt x="0" y="16862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18243" y="750295"/>
            <a:ext cx="7451515" cy="84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8"/>
              </a:lnSpc>
            </a:pPr>
            <a:r>
              <a:rPr lang="en-US" sz="2998">
                <a:solidFill>
                  <a:srgbClr val="C47057"/>
                </a:solidFill>
                <a:latin typeface="More Sugar"/>
                <a:ea typeface="More Sugar"/>
                <a:cs typeface="More Sugar"/>
                <a:sym typeface="More Sugar"/>
              </a:rPr>
              <a:t>SISTEMATIKA PENYELESAIAN MASALAH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87631" y="8156121"/>
            <a:ext cx="2103834" cy="82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5"/>
              </a:lnSpc>
            </a:pPr>
            <a:r>
              <a:rPr lang="en-US" sz="2382">
                <a:solidFill>
                  <a:srgbClr val="C47057"/>
                </a:solidFill>
                <a:latin typeface="Comic Sans"/>
                <a:ea typeface="Comic Sans"/>
                <a:cs typeface="Comic Sans"/>
                <a:sym typeface="Comic Sans"/>
              </a:rPr>
              <a:t>SKILL </a:t>
            </a:r>
          </a:p>
          <a:p>
            <a:pPr algn="ctr">
              <a:lnSpc>
                <a:spcPts val="3335"/>
              </a:lnSpc>
              <a:spcBef>
                <a:spcPct val="0"/>
              </a:spcBef>
            </a:pPr>
            <a:r>
              <a:rPr lang="en-US" sz="2382">
                <a:solidFill>
                  <a:srgbClr val="C47057"/>
                </a:solidFill>
                <a:latin typeface="Comic Sans"/>
                <a:ea typeface="Comic Sans"/>
                <a:cs typeface="Comic Sans"/>
                <a:sym typeface="Comic Sans"/>
              </a:rPr>
              <a:t>KOMUNIKASI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60348" y="2094124"/>
            <a:ext cx="5941665" cy="82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5"/>
              </a:lnSpc>
            </a:pPr>
            <a:r>
              <a:rPr lang="en-US" sz="2382">
                <a:solidFill>
                  <a:srgbClr val="C47057"/>
                </a:solidFill>
                <a:latin typeface="Comic Sans"/>
                <a:ea typeface="Comic Sans"/>
                <a:cs typeface="Comic Sans"/>
                <a:sym typeface="Comic Sans"/>
              </a:rPr>
              <a:t>SKILL </a:t>
            </a:r>
          </a:p>
          <a:p>
            <a:pPr algn="ctr">
              <a:lnSpc>
                <a:spcPts val="3335"/>
              </a:lnSpc>
              <a:spcBef>
                <a:spcPct val="0"/>
              </a:spcBef>
            </a:pPr>
            <a:r>
              <a:rPr lang="en-US" sz="2382">
                <a:solidFill>
                  <a:srgbClr val="C47057"/>
                </a:solidFill>
                <a:latin typeface="Comic Sans"/>
                <a:ea typeface="Comic Sans"/>
                <a:cs typeface="Comic Sans"/>
                <a:sym typeface="Comic Sans"/>
              </a:rPr>
              <a:t>8 LANGKAH PENYELESAIAN MASALAH </a:t>
            </a:r>
          </a:p>
        </p:txBody>
      </p:sp>
      <p:sp>
        <p:nvSpPr>
          <p:cNvPr name="AutoShape 19" id="19"/>
          <p:cNvSpPr/>
          <p:nvPr/>
        </p:nvSpPr>
        <p:spPr>
          <a:xfrm>
            <a:off x="2938395" y="2716314"/>
            <a:ext cx="5374303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-5400000">
            <a:off x="1344948" y="5733874"/>
            <a:ext cx="1586954" cy="40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5"/>
              </a:lnSpc>
              <a:spcBef>
                <a:spcPct val="0"/>
              </a:spcBef>
            </a:pPr>
            <a:r>
              <a:rPr lang="en-US" sz="2382">
                <a:solidFill>
                  <a:srgbClr val="C47057"/>
                </a:solidFill>
                <a:latin typeface="Comic Sans"/>
                <a:ea typeface="Comic Sans"/>
                <a:cs typeface="Comic Sans"/>
                <a:sym typeface="Comic Sans"/>
              </a:rPr>
              <a:t>KARAKTER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27630">
            <a:off x="13844669" y="5844079"/>
            <a:ext cx="3186061" cy="3186061"/>
          </a:xfrm>
          <a:custGeom>
            <a:avLst/>
            <a:gdLst/>
            <a:ahLst/>
            <a:cxnLst/>
            <a:rect r="r" b="b" t="t" l="l"/>
            <a:pathLst>
              <a:path h="3186061" w="3186061">
                <a:moveTo>
                  <a:pt x="0" y="0"/>
                </a:moveTo>
                <a:lnTo>
                  <a:pt x="3186061" y="0"/>
                </a:lnTo>
                <a:lnTo>
                  <a:pt x="3186061" y="3186062"/>
                </a:lnTo>
                <a:lnTo>
                  <a:pt x="0" y="3186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78047" y="3729792"/>
            <a:ext cx="1480966" cy="1766560"/>
          </a:xfrm>
          <a:custGeom>
            <a:avLst/>
            <a:gdLst/>
            <a:ahLst/>
            <a:cxnLst/>
            <a:rect r="r" b="b" t="t" l="l"/>
            <a:pathLst>
              <a:path h="1766560" w="1480966">
                <a:moveTo>
                  <a:pt x="0" y="0"/>
                </a:moveTo>
                <a:lnTo>
                  <a:pt x="1480966" y="0"/>
                </a:lnTo>
                <a:lnTo>
                  <a:pt x="1480966" y="1766559"/>
                </a:lnTo>
                <a:lnTo>
                  <a:pt x="0" y="17665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23159">
            <a:off x="-234439" y="2182601"/>
            <a:ext cx="3272897" cy="3272897"/>
          </a:xfrm>
          <a:custGeom>
            <a:avLst/>
            <a:gdLst/>
            <a:ahLst/>
            <a:cxnLst/>
            <a:rect r="r" b="b" t="t" l="l"/>
            <a:pathLst>
              <a:path h="3272897" w="3272897">
                <a:moveTo>
                  <a:pt x="0" y="0"/>
                </a:moveTo>
                <a:lnTo>
                  <a:pt x="3272897" y="0"/>
                </a:lnTo>
                <a:lnTo>
                  <a:pt x="3272897" y="3272898"/>
                </a:lnTo>
                <a:lnTo>
                  <a:pt x="0" y="3272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48409" y="1343099"/>
            <a:ext cx="15424360" cy="8676626"/>
            <a:chOff x="0" y="0"/>
            <a:chExt cx="4062383" cy="22852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2383" cy="2285202"/>
            </a:xfrm>
            <a:custGeom>
              <a:avLst/>
              <a:gdLst/>
              <a:ahLst/>
              <a:cxnLst/>
              <a:rect r="r" b="b" t="t" l="l"/>
              <a:pathLst>
                <a:path h="2285202" w="4062383">
                  <a:moveTo>
                    <a:pt x="29112" y="0"/>
                  </a:moveTo>
                  <a:lnTo>
                    <a:pt x="4033271" y="0"/>
                  </a:lnTo>
                  <a:cubicBezTo>
                    <a:pt x="4049349" y="0"/>
                    <a:pt x="4062383" y="13034"/>
                    <a:pt x="4062383" y="29112"/>
                  </a:cubicBezTo>
                  <a:lnTo>
                    <a:pt x="4062383" y="2256090"/>
                  </a:lnTo>
                  <a:cubicBezTo>
                    <a:pt x="4062383" y="2272168"/>
                    <a:pt x="4049349" y="2285202"/>
                    <a:pt x="4033271" y="2285202"/>
                  </a:cubicBezTo>
                  <a:lnTo>
                    <a:pt x="29112" y="2285202"/>
                  </a:lnTo>
                  <a:cubicBezTo>
                    <a:pt x="13034" y="2285202"/>
                    <a:pt x="0" y="2272168"/>
                    <a:pt x="0" y="2256090"/>
                  </a:cubicBezTo>
                  <a:lnTo>
                    <a:pt x="0" y="29112"/>
                  </a:lnTo>
                  <a:cubicBezTo>
                    <a:pt x="0" y="13034"/>
                    <a:pt x="13034" y="0"/>
                    <a:pt x="2911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7991B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62383" cy="2323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172350" y="8707435"/>
            <a:ext cx="2173899" cy="1791655"/>
          </a:xfrm>
          <a:custGeom>
            <a:avLst/>
            <a:gdLst/>
            <a:ahLst/>
            <a:cxnLst/>
            <a:rect r="r" b="b" t="t" l="l"/>
            <a:pathLst>
              <a:path h="1791655" w="2173899">
                <a:moveTo>
                  <a:pt x="0" y="0"/>
                </a:moveTo>
                <a:lnTo>
                  <a:pt x="2173900" y="0"/>
                </a:lnTo>
                <a:lnTo>
                  <a:pt x="2173900" y="1791655"/>
                </a:lnTo>
                <a:lnTo>
                  <a:pt x="0" y="17916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270122">
            <a:off x="16931306" y="3078918"/>
            <a:ext cx="2539119" cy="858619"/>
          </a:xfrm>
          <a:custGeom>
            <a:avLst/>
            <a:gdLst/>
            <a:ahLst/>
            <a:cxnLst/>
            <a:rect r="r" b="b" t="t" l="l"/>
            <a:pathLst>
              <a:path h="858619" w="2539119">
                <a:moveTo>
                  <a:pt x="0" y="0"/>
                </a:moveTo>
                <a:lnTo>
                  <a:pt x="2539119" y="0"/>
                </a:lnTo>
                <a:lnTo>
                  <a:pt x="2539119" y="858619"/>
                </a:lnTo>
                <a:lnTo>
                  <a:pt x="0" y="8586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03026" t="-318933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6255730" y="4384669"/>
            <a:ext cx="1841451" cy="1517662"/>
          </a:xfrm>
          <a:custGeom>
            <a:avLst/>
            <a:gdLst/>
            <a:ahLst/>
            <a:cxnLst/>
            <a:rect r="r" b="b" t="t" l="l"/>
            <a:pathLst>
              <a:path h="1517662" w="1841451">
                <a:moveTo>
                  <a:pt x="1841450" y="0"/>
                </a:moveTo>
                <a:lnTo>
                  <a:pt x="0" y="0"/>
                </a:lnTo>
                <a:lnTo>
                  <a:pt x="0" y="1517662"/>
                </a:lnTo>
                <a:lnTo>
                  <a:pt x="1841450" y="1517662"/>
                </a:lnTo>
                <a:lnTo>
                  <a:pt x="184145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2898017">
            <a:off x="-907012" y="2194759"/>
            <a:ext cx="2539119" cy="2192923"/>
          </a:xfrm>
          <a:custGeom>
            <a:avLst/>
            <a:gdLst/>
            <a:ahLst/>
            <a:cxnLst/>
            <a:rect r="r" b="b" t="t" l="l"/>
            <a:pathLst>
              <a:path h="2192923" w="2539119">
                <a:moveTo>
                  <a:pt x="2539119" y="0"/>
                </a:moveTo>
                <a:lnTo>
                  <a:pt x="0" y="0"/>
                </a:lnTo>
                <a:lnTo>
                  <a:pt x="0" y="2192923"/>
                </a:lnTo>
                <a:lnTo>
                  <a:pt x="2539119" y="2192923"/>
                </a:lnTo>
                <a:lnTo>
                  <a:pt x="2539119" y="0"/>
                </a:lnTo>
                <a:close/>
              </a:path>
            </a:pathLst>
          </a:custGeom>
          <a:blipFill>
            <a:blip r:embed="rId8"/>
            <a:stretch>
              <a:fillRect l="0" t="0" r="-203026" b="-64029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-1681512" y="8189698"/>
            <a:ext cx="3329921" cy="2137204"/>
          </a:xfrm>
          <a:custGeom>
            <a:avLst/>
            <a:gdLst/>
            <a:ahLst/>
            <a:cxnLst/>
            <a:rect r="r" b="b" t="t" l="l"/>
            <a:pathLst>
              <a:path h="2137204" w="3329921">
                <a:moveTo>
                  <a:pt x="3329921" y="2137204"/>
                </a:moveTo>
                <a:lnTo>
                  <a:pt x="0" y="2137204"/>
                </a:lnTo>
                <a:lnTo>
                  <a:pt x="0" y="0"/>
                </a:lnTo>
                <a:lnTo>
                  <a:pt x="3329921" y="0"/>
                </a:lnTo>
                <a:lnTo>
                  <a:pt x="3329921" y="2137204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584878" y="-291460"/>
            <a:ext cx="1624336" cy="1905379"/>
          </a:xfrm>
          <a:custGeom>
            <a:avLst/>
            <a:gdLst/>
            <a:ahLst/>
            <a:cxnLst/>
            <a:rect r="r" b="b" t="t" l="l"/>
            <a:pathLst>
              <a:path h="1905379" w="1624336">
                <a:moveTo>
                  <a:pt x="0" y="0"/>
                </a:moveTo>
                <a:lnTo>
                  <a:pt x="1624336" y="0"/>
                </a:lnTo>
                <a:lnTo>
                  <a:pt x="1624336" y="1905379"/>
                </a:lnTo>
                <a:lnTo>
                  <a:pt x="0" y="19053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84355" y="297511"/>
            <a:ext cx="5752470" cy="1589774"/>
          </a:xfrm>
          <a:custGeom>
            <a:avLst/>
            <a:gdLst/>
            <a:ahLst/>
            <a:cxnLst/>
            <a:rect r="r" b="b" t="t" l="l"/>
            <a:pathLst>
              <a:path h="1589774" w="5752470">
                <a:moveTo>
                  <a:pt x="0" y="0"/>
                </a:moveTo>
                <a:lnTo>
                  <a:pt x="5752470" y="0"/>
                </a:lnTo>
                <a:lnTo>
                  <a:pt x="5752470" y="1589774"/>
                </a:lnTo>
                <a:lnTo>
                  <a:pt x="0" y="15897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12066" y="86677"/>
            <a:ext cx="2321409" cy="1527242"/>
          </a:xfrm>
          <a:custGeom>
            <a:avLst/>
            <a:gdLst/>
            <a:ahLst/>
            <a:cxnLst/>
            <a:rect r="r" b="b" t="t" l="l"/>
            <a:pathLst>
              <a:path h="1527242" w="2321409">
                <a:moveTo>
                  <a:pt x="0" y="0"/>
                </a:moveTo>
                <a:lnTo>
                  <a:pt x="2321408" y="0"/>
                </a:lnTo>
                <a:lnTo>
                  <a:pt x="2321408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0" y="86677"/>
            <a:ext cx="2814490" cy="1527242"/>
          </a:xfrm>
          <a:custGeom>
            <a:avLst/>
            <a:gdLst/>
            <a:ahLst/>
            <a:cxnLst/>
            <a:rect r="r" b="b" t="t" l="l"/>
            <a:pathLst>
              <a:path h="1527242" w="2814490">
                <a:moveTo>
                  <a:pt x="0" y="0"/>
                </a:moveTo>
                <a:lnTo>
                  <a:pt x="2814490" y="0"/>
                </a:lnTo>
                <a:lnTo>
                  <a:pt x="2814490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025756" y="2619817"/>
            <a:ext cx="14408846" cy="7258456"/>
          </a:xfrm>
          <a:custGeom>
            <a:avLst/>
            <a:gdLst/>
            <a:ahLst/>
            <a:cxnLst/>
            <a:rect r="r" b="b" t="t" l="l"/>
            <a:pathLst>
              <a:path h="7258456" w="14408846">
                <a:moveTo>
                  <a:pt x="0" y="0"/>
                </a:moveTo>
                <a:lnTo>
                  <a:pt x="14408846" y="0"/>
                </a:lnTo>
                <a:lnTo>
                  <a:pt x="14408846" y="7258456"/>
                </a:lnTo>
                <a:lnTo>
                  <a:pt x="0" y="725845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669005" y="619677"/>
            <a:ext cx="5383168" cy="84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8"/>
              </a:lnSpc>
            </a:pPr>
            <a:r>
              <a:rPr lang="en-US" sz="2998">
                <a:solidFill>
                  <a:srgbClr val="C47057"/>
                </a:solidFill>
                <a:latin typeface="More Sugar"/>
                <a:ea typeface="More Sugar"/>
                <a:cs typeface="More Sugar"/>
                <a:sym typeface="More Sugar"/>
              </a:rPr>
              <a:t>8 LANGKAH PENYELESAIAN MASALAH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25756" y="1938754"/>
            <a:ext cx="1440884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4673C4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ALUR PENYELESAIAN MASALAH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27630">
            <a:off x="16316402" y="5924634"/>
            <a:ext cx="3186061" cy="3186061"/>
          </a:xfrm>
          <a:custGeom>
            <a:avLst/>
            <a:gdLst/>
            <a:ahLst/>
            <a:cxnLst/>
            <a:rect r="r" b="b" t="t" l="l"/>
            <a:pathLst>
              <a:path h="3186061" w="3186061">
                <a:moveTo>
                  <a:pt x="0" y="0"/>
                </a:moveTo>
                <a:lnTo>
                  <a:pt x="3186061" y="0"/>
                </a:lnTo>
                <a:lnTo>
                  <a:pt x="3186061" y="3186061"/>
                </a:lnTo>
                <a:lnTo>
                  <a:pt x="0" y="3186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123159">
            <a:off x="-1513778" y="1964105"/>
            <a:ext cx="3272897" cy="3272897"/>
          </a:xfrm>
          <a:custGeom>
            <a:avLst/>
            <a:gdLst/>
            <a:ahLst/>
            <a:cxnLst/>
            <a:rect r="r" b="b" t="t" l="l"/>
            <a:pathLst>
              <a:path h="3272897" w="3272897">
                <a:moveTo>
                  <a:pt x="0" y="0"/>
                </a:moveTo>
                <a:lnTo>
                  <a:pt x="3272897" y="0"/>
                </a:lnTo>
                <a:lnTo>
                  <a:pt x="3272897" y="3272898"/>
                </a:lnTo>
                <a:lnTo>
                  <a:pt x="0" y="3272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50219" y="9022133"/>
            <a:ext cx="2173899" cy="1791655"/>
          </a:xfrm>
          <a:custGeom>
            <a:avLst/>
            <a:gdLst/>
            <a:ahLst/>
            <a:cxnLst/>
            <a:rect r="r" b="b" t="t" l="l"/>
            <a:pathLst>
              <a:path h="1791655" w="2173899">
                <a:moveTo>
                  <a:pt x="0" y="0"/>
                </a:moveTo>
                <a:lnTo>
                  <a:pt x="2173899" y="0"/>
                </a:lnTo>
                <a:lnTo>
                  <a:pt x="2173899" y="1791655"/>
                </a:lnTo>
                <a:lnTo>
                  <a:pt x="0" y="17916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3503" y="7809596"/>
            <a:ext cx="1214497" cy="1448704"/>
          </a:xfrm>
          <a:custGeom>
            <a:avLst/>
            <a:gdLst/>
            <a:ahLst/>
            <a:cxnLst/>
            <a:rect r="r" b="b" t="t" l="l"/>
            <a:pathLst>
              <a:path h="1448704" w="1214497">
                <a:moveTo>
                  <a:pt x="0" y="0"/>
                </a:moveTo>
                <a:lnTo>
                  <a:pt x="1214497" y="0"/>
                </a:lnTo>
                <a:lnTo>
                  <a:pt x="1214497" y="1448704"/>
                </a:lnTo>
                <a:lnTo>
                  <a:pt x="0" y="1448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270122">
            <a:off x="17018440" y="6554806"/>
            <a:ext cx="2539119" cy="858619"/>
          </a:xfrm>
          <a:custGeom>
            <a:avLst/>
            <a:gdLst/>
            <a:ahLst/>
            <a:cxnLst/>
            <a:rect r="r" b="b" t="t" l="l"/>
            <a:pathLst>
              <a:path h="858619" w="2539119">
                <a:moveTo>
                  <a:pt x="0" y="0"/>
                </a:moveTo>
                <a:lnTo>
                  <a:pt x="2539120" y="0"/>
                </a:lnTo>
                <a:lnTo>
                  <a:pt x="2539120" y="858619"/>
                </a:lnTo>
                <a:lnTo>
                  <a:pt x="0" y="8586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03026" t="-318933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0" y="9159130"/>
            <a:ext cx="1841451" cy="1517662"/>
          </a:xfrm>
          <a:custGeom>
            <a:avLst/>
            <a:gdLst/>
            <a:ahLst/>
            <a:cxnLst/>
            <a:rect r="r" b="b" t="t" l="l"/>
            <a:pathLst>
              <a:path h="1517662" w="1841451">
                <a:moveTo>
                  <a:pt x="1841451" y="0"/>
                </a:moveTo>
                <a:lnTo>
                  <a:pt x="0" y="0"/>
                </a:lnTo>
                <a:lnTo>
                  <a:pt x="0" y="1517662"/>
                </a:lnTo>
                <a:lnTo>
                  <a:pt x="1841451" y="1517662"/>
                </a:lnTo>
                <a:lnTo>
                  <a:pt x="18414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2898017">
            <a:off x="-735024" y="2722588"/>
            <a:ext cx="2539119" cy="2192923"/>
          </a:xfrm>
          <a:custGeom>
            <a:avLst/>
            <a:gdLst/>
            <a:ahLst/>
            <a:cxnLst/>
            <a:rect r="r" b="b" t="t" l="l"/>
            <a:pathLst>
              <a:path h="2192923" w="2539119">
                <a:moveTo>
                  <a:pt x="2539119" y="0"/>
                </a:moveTo>
                <a:lnTo>
                  <a:pt x="0" y="0"/>
                </a:lnTo>
                <a:lnTo>
                  <a:pt x="0" y="2192924"/>
                </a:lnTo>
                <a:lnTo>
                  <a:pt x="2539119" y="2192924"/>
                </a:lnTo>
                <a:lnTo>
                  <a:pt x="2539119" y="0"/>
                </a:lnTo>
                <a:close/>
              </a:path>
            </a:pathLst>
          </a:custGeom>
          <a:blipFill>
            <a:blip r:embed="rId8"/>
            <a:stretch>
              <a:fillRect l="0" t="0" r="-203026" b="-64029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-1664961" y="6259925"/>
            <a:ext cx="3329921" cy="2137204"/>
          </a:xfrm>
          <a:custGeom>
            <a:avLst/>
            <a:gdLst/>
            <a:ahLst/>
            <a:cxnLst/>
            <a:rect r="r" b="b" t="t" l="l"/>
            <a:pathLst>
              <a:path h="2137204" w="3329921">
                <a:moveTo>
                  <a:pt x="3329922" y="2137205"/>
                </a:moveTo>
                <a:lnTo>
                  <a:pt x="0" y="2137205"/>
                </a:lnTo>
                <a:lnTo>
                  <a:pt x="0" y="0"/>
                </a:lnTo>
                <a:lnTo>
                  <a:pt x="3329922" y="0"/>
                </a:lnTo>
                <a:lnTo>
                  <a:pt x="3329922" y="2137205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41901"/>
            <a:ext cx="2814490" cy="1527242"/>
          </a:xfrm>
          <a:custGeom>
            <a:avLst/>
            <a:gdLst/>
            <a:ahLst/>
            <a:cxnLst/>
            <a:rect r="r" b="b" t="t" l="l"/>
            <a:pathLst>
              <a:path h="1527242" w="2814490">
                <a:moveTo>
                  <a:pt x="0" y="0"/>
                </a:moveTo>
                <a:lnTo>
                  <a:pt x="2814490" y="0"/>
                </a:lnTo>
                <a:lnTo>
                  <a:pt x="2814490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888119" y="-41901"/>
            <a:ext cx="2321409" cy="1527242"/>
          </a:xfrm>
          <a:custGeom>
            <a:avLst/>
            <a:gdLst/>
            <a:ahLst/>
            <a:cxnLst/>
            <a:rect r="r" b="b" t="t" l="l"/>
            <a:pathLst>
              <a:path h="1527242" w="2321409">
                <a:moveTo>
                  <a:pt x="0" y="0"/>
                </a:moveTo>
                <a:lnTo>
                  <a:pt x="2321408" y="0"/>
                </a:lnTo>
                <a:lnTo>
                  <a:pt x="2321408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64961" y="1655137"/>
            <a:ext cx="15408542" cy="7993181"/>
          </a:xfrm>
          <a:custGeom>
            <a:avLst/>
            <a:gdLst/>
            <a:ahLst/>
            <a:cxnLst/>
            <a:rect r="r" b="b" t="t" l="l"/>
            <a:pathLst>
              <a:path h="7993181" w="15408542">
                <a:moveTo>
                  <a:pt x="0" y="0"/>
                </a:moveTo>
                <a:lnTo>
                  <a:pt x="15408542" y="0"/>
                </a:lnTo>
                <a:lnTo>
                  <a:pt x="15408542" y="7993181"/>
                </a:lnTo>
                <a:lnTo>
                  <a:pt x="0" y="799318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418243" y="521975"/>
            <a:ext cx="7451515" cy="84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8"/>
              </a:lnSpc>
            </a:pPr>
            <a:r>
              <a:rPr lang="en-US" sz="2998">
                <a:solidFill>
                  <a:srgbClr val="C47057"/>
                </a:solidFill>
                <a:latin typeface="More Sugar"/>
                <a:ea typeface="More Sugar"/>
                <a:cs typeface="More Sugar"/>
                <a:sym typeface="More Sugar"/>
              </a:rPr>
              <a:t>CONTOH FORMAT : PROPOSAL PERBAIKAN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27630">
            <a:off x="16316402" y="5924634"/>
            <a:ext cx="3186061" cy="3186061"/>
          </a:xfrm>
          <a:custGeom>
            <a:avLst/>
            <a:gdLst/>
            <a:ahLst/>
            <a:cxnLst/>
            <a:rect r="r" b="b" t="t" l="l"/>
            <a:pathLst>
              <a:path h="3186061" w="3186061">
                <a:moveTo>
                  <a:pt x="0" y="0"/>
                </a:moveTo>
                <a:lnTo>
                  <a:pt x="3186061" y="0"/>
                </a:lnTo>
                <a:lnTo>
                  <a:pt x="3186061" y="3186061"/>
                </a:lnTo>
                <a:lnTo>
                  <a:pt x="0" y="3186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0219" y="9022133"/>
            <a:ext cx="2173899" cy="1791655"/>
          </a:xfrm>
          <a:custGeom>
            <a:avLst/>
            <a:gdLst/>
            <a:ahLst/>
            <a:cxnLst/>
            <a:rect r="r" b="b" t="t" l="l"/>
            <a:pathLst>
              <a:path h="1791655" w="2173899">
                <a:moveTo>
                  <a:pt x="0" y="0"/>
                </a:moveTo>
                <a:lnTo>
                  <a:pt x="2173899" y="0"/>
                </a:lnTo>
                <a:lnTo>
                  <a:pt x="2173899" y="1791655"/>
                </a:lnTo>
                <a:lnTo>
                  <a:pt x="0" y="17916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73503" y="7809596"/>
            <a:ext cx="1214497" cy="1448704"/>
          </a:xfrm>
          <a:custGeom>
            <a:avLst/>
            <a:gdLst/>
            <a:ahLst/>
            <a:cxnLst/>
            <a:rect r="r" b="b" t="t" l="l"/>
            <a:pathLst>
              <a:path h="1448704" w="1214497">
                <a:moveTo>
                  <a:pt x="0" y="0"/>
                </a:moveTo>
                <a:lnTo>
                  <a:pt x="1214497" y="0"/>
                </a:lnTo>
                <a:lnTo>
                  <a:pt x="1214497" y="1448704"/>
                </a:lnTo>
                <a:lnTo>
                  <a:pt x="0" y="1448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70122">
            <a:off x="17018440" y="6554806"/>
            <a:ext cx="2539119" cy="858619"/>
          </a:xfrm>
          <a:custGeom>
            <a:avLst/>
            <a:gdLst/>
            <a:ahLst/>
            <a:cxnLst/>
            <a:rect r="r" b="b" t="t" l="l"/>
            <a:pathLst>
              <a:path h="858619" w="2539119">
                <a:moveTo>
                  <a:pt x="0" y="0"/>
                </a:moveTo>
                <a:lnTo>
                  <a:pt x="2539120" y="0"/>
                </a:lnTo>
                <a:lnTo>
                  <a:pt x="2539120" y="858619"/>
                </a:lnTo>
                <a:lnTo>
                  <a:pt x="0" y="8586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03026" t="-318933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0" y="9159130"/>
            <a:ext cx="1841451" cy="1517662"/>
          </a:xfrm>
          <a:custGeom>
            <a:avLst/>
            <a:gdLst/>
            <a:ahLst/>
            <a:cxnLst/>
            <a:rect r="r" b="b" t="t" l="l"/>
            <a:pathLst>
              <a:path h="1517662" w="1841451">
                <a:moveTo>
                  <a:pt x="1841451" y="0"/>
                </a:moveTo>
                <a:lnTo>
                  <a:pt x="0" y="0"/>
                </a:lnTo>
                <a:lnTo>
                  <a:pt x="0" y="1517662"/>
                </a:lnTo>
                <a:lnTo>
                  <a:pt x="1841451" y="1517662"/>
                </a:lnTo>
                <a:lnTo>
                  <a:pt x="18414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-41901"/>
            <a:ext cx="2814490" cy="1527242"/>
          </a:xfrm>
          <a:custGeom>
            <a:avLst/>
            <a:gdLst/>
            <a:ahLst/>
            <a:cxnLst/>
            <a:rect r="r" b="b" t="t" l="l"/>
            <a:pathLst>
              <a:path h="1527242" w="2814490">
                <a:moveTo>
                  <a:pt x="0" y="0"/>
                </a:moveTo>
                <a:lnTo>
                  <a:pt x="2814490" y="0"/>
                </a:lnTo>
                <a:lnTo>
                  <a:pt x="2814490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88119" y="-41901"/>
            <a:ext cx="2321409" cy="1527242"/>
          </a:xfrm>
          <a:custGeom>
            <a:avLst/>
            <a:gdLst/>
            <a:ahLst/>
            <a:cxnLst/>
            <a:rect r="r" b="b" t="t" l="l"/>
            <a:pathLst>
              <a:path h="1527242" w="2321409">
                <a:moveTo>
                  <a:pt x="0" y="0"/>
                </a:moveTo>
                <a:lnTo>
                  <a:pt x="2321408" y="0"/>
                </a:lnTo>
                <a:lnTo>
                  <a:pt x="2321408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8291" y="1937668"/>
            <a:ext cx="15395058" cy="7601310"/>
          </a:xfrm>
          <a:custGeom>
            <a:avLst/>
            <a:gdLst/>
            <a:ahLst/>
            <a:cxnLst/>
            <a:rect r="r" b="b" t="t" l="l"/>
            <a:pathLst>
              <a:path h="7601310" w="15395058">
                <a:moveTo>
                  <a:pt x="0" y="0"/>
                </a:moveTo>
                <a:lnTo>
                  <a:pt x="15395058" y="0"/>
                </a:lnTo>
                <a:lnTo>
                  <a:pt x="15395058" y="7601310"/>
                </a:lnTo>
                <a:lnTo>
                  <a:pt x="0" y="760131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18243" y="521975"/>
            <a:ext cx="7451515" cy="42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8"/>
              </a:lnSpc>
            </a:pPr>
            <a:r>
              <a:rPr lang="en-US" sz="2998">
                <a:solidFill>
                  <a:srgbClr val="C47057"/>
                </a:solidFill>
                <a:latin typeface="More Sugar"/>
                <a:ea typeface="More Sugar"/>
                <a:cs typeface="More Sugar"/>
                <a:sym typeface="More Sugar"/>
              </a:rPr>
              <a:t>LANGKAH PENYELESAIAN MASALAH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39577" y="1224356"/>
            <a:ext cx="1440884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8FB46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ALUR PENYELESAIAN MASALAH - PELAKSANAAN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27630">
            <a:off x="16316402" y="5924634"/>
            <a:ext cx="3186061" cy="3186061"/>
          </a:xfrm>
          <a:custGeom>
            <a:avLst/>
            <a:gdLst/>
            <a:ahLst/>
            <a:cxnLst/>
            <a:rect r="r" b="b" t="t" l="l"/>
            <a:pathLst>
              <a:path h="3186061" w="3186061">
                <a:moveTo>
                  <a:pt x="0" y="0"/>
                </a:moveTo>
                <a:lnTo>
                  <a:pt x="3186061" y="0"/>
                </a:lnTo>
                <a:lnTo>
                  <a:pt x="3186061" y="3186061"/>
                </a:lnTo>
                <a:lnTo>
                  <a:pt x="0" y="3186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0219" y="9022133"/>
            <a:ext cx="2173899" cy="1791655"/>
          </a:xfrm>
          <a:custGeom>
            <a:avLst/>
            <a:gdLst/>
            <a:ahLst/>
            <a:cxnLst/>
            <a:rect r="r" b="b" t="t" l="l"/>
            <a:pathLst>
              <a:path h="1791655" w="2173899">
                <a:moveTo>
                  <a:pt x="0" y="0"/>
                </a:moveTo>
                <a:lnTo>
                  <a:pt x="2173899" y="0"/>
                </a:lnTo>
                <a:lnTo>
                  <a:pt x="2173899" y="1791655"/>
                </a:lnTo>
                <a:lnTo>
                  <a:pt x="0" y="17916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73503" y="7809596"/>
            <a:ext cx="1214497" cy="1448704"/>
          </a:xfrm>
          <a:custGeom>
            <a:avLst/>
            <a:gdLst/>
            <a:ahLst/>
            <a:cxnLst/>
            <a:rect r="r" b="b" t="t" l="l"/>
            <a:pathLst>
              <a:path h="1448704" w="1214497">
                <a:moveTo>
                  <a:pt x="0" y="0"/>
                </a:moveTo>
                <a:lnTo>
                  <a:pt x="1214497" y="0"/>
                </a:lnTo>
                <a:lnTo>
                  <a:pt x="1214497" y="1448704"/>
                </a:lnTo>
                <a:lnTo>
                  <a:pt x="0" y="1448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70122">
            <a:off x="17018440" y="6554806"/>
            <a:ext cx="2539119" cy="858619"/>
          </a:xfrm>
          <a:custGeom>
            <a:avLst/>
            <a:gdLst/>
            <a:ahLst/>
            <a:cxnLst/>
            <a:rect r="r" b="b" t="t" l="l"/>
            <a:pathLst>
              <a:path h="858619" w="2539119">
                <a:moveTo>
                  <a:pt x="0" y="0"/>
                </a:moveTo>
                <a:lnTo>
                  <a:pt x="2539120" y="0"/>
                </a:lnTo>
                <a:lnTo>
                  <a:pt x="2539120" y="858619"/>
                </a:lnTo>
                <a:lnTo>
                  <a:pt x="0" y="8586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03026" t="-318933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0" y="9159130"/>
            <a:ext cx="1841451" cy="1517662"/>
          </a:xfrm>
          <a:custGeom>
            <a:avLst/>
            <a:gdLst/>
            <a:ahLst/>
            <a:cxnLst/>
            <a:rect r="r" b="b" t="t" l="l"/>
            <a:pathLst>
              <a:path h="1517662" w="1841451">
                <a:moveTo>
                  <a:pt x="1841451" y="0"/>
                </a:moveTo>
                <a:lnTo>
                  <a:pt x="0" y="0"/>
                </a:lnTo>
                <a:lnTo>
                  <a:pt x="0" y="1517662"/>
                </a:lnTo>
                <a:lnTo>
                  <a:pt x="1841451" y="1517662"/>
                </a:lnTo>
                <a:lnTo>
                  <a:pt x="18414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-41901"/>
            <a:ext cx="2814490" cy="1527242"/>
          </a:xfrm>
          <a:custGeom>
            <a:avLst/>
            <a:gdLst/>
            <a:ahLst/>
            <a:cxnLst/>
            <a:rect r="r" b="b" t="t" l="l"/>
            <a:pathLst>
              <a:path h="1527242" w="2814490">
                <a:moveTo>
                  <a:pt x="0" y="0"/>
                </a:moveTo>
                <a:lnTo>
                  <a:pt x="2814490" y="0"/>
                </a:lnTo>
                <a:lnTo>
                  <a:pt x="2814490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88119" y="-41901"/>
            <a:ext cx="2321409" cy="1527242"/>
          </a:xfrm>
          <a:custGeom>
            <a:avLst/>
            <a:gdLst/>
            <a:ahLst/>
            <a:cxnLst/>
            <a:rect r="r" b="b" t="t" l="l"/>
            <a:pathLst>
              <a:path h="1527242" w="2321409">
                <a:moveTo>
                  <a:pt x="0" y="0"/>
                </a:moveTo>
                <a:lnTo>
                  <a:pt x="2321408" y="0"/>
                </a:lnTo>
                <a:lnTo>
                  <a:pt x="2321408" y="1527242"/>
                </a:lnTo>
                <a:lnTo>
                  <a:pt x="0" y="15272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5111" y="1525481"/>
            <a:ext cx="15623712" cy="8143860"/>
          </a:xfrm>
          <a:custGeom>
            <a:avLst/>
            <a:gdLst/>
            <a:ahLst/>
            <a:cxnLst/>
            <a:rect r="r" b="b" t="t" l="l"/>
            <a:pathLst>
              <a:path h="8143860" w="15623712">
                <a:moveTo>
                  <a:pt x="0" y="0"/>
                </a:moveTo>
                <a:lnTo>
                  <a:pt x="15623712" y="0"/>
                </a:lnTo>
                <a:lnTo>
                  <a:pt x="15623712" y="8143859"/>
                </a:lnTo>
                <a:lnTo>
                  <a:pt x="0" y="81438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18243" y="521975"/>
            <a:ext cx="7451515" cy="84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8"/>
              </a:lnSpc>
            </a:pPr>
            <a:r>
              <a:rPr lang="en-US" sz="2998">
                <a:solidFill>
                  <a:srgbClr val="C47057"/>
                </a:solidFill>
                <a:latin typeface="More Sugar"/>
                <a:ea typeface="More Sugar"/>
                <a:cs typeface="More Sugar"/>
                <a:sym typeface="More Sugar"/>
              </a:rPr>
              <a:t>CONTOH FORMAT : LAPORAN PERKEMBANGAN PERBAIKAN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46123" y="4268737"/>
            <a:ext cx="5213177" cy="5213177"/>
          </a:xfrm>
          <a:custGeom>
            <a:avLst/>
            <a:gdLst/>
            <a:ahLst/>
            <a:cxnLst/>
            <a:rect r="r" b="b" t="t" l="l"/>
            <a:pathLst>
              <a:path h="5213177" w="5213177">
                <a:moveTo>
                  <a:pt x="0" y="0"/>
                </a:moveTo>
                <a:lnTo>
                  <a:pt x="5213177" y="0"/>
                </a:lnTo>
                <a:lnTo>
                  <a:pt x="5213177" y="5213178"/>
                </a:lnTo>
                <a:lnTo>
                  <a:pt x="0" y="5213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4536" y="1336575"/>
            <a:ext cx="5213177" cy="5213177"/>
          </a:xfrm>
          <a:custGeom>
            <a:avLst/>
            <a:gdLst/>
            <a:ahLst/>
            <a:cxnLst/>
            <a:rect r="r" b="b" t="t" l="l"/>
            <a:pathLst>
              <a:path h="5213177" w="5213177">
                <a:moveTo>
                  <a:pt x="0" y="0"/>
                </a:moveTo>
                <a:lnTo>
                  <a:pt x="5213177" y="0"/>
                </a:lnTo>
                <a:lnTo>
                  <a:pt x="5213177" y="5213177"/>
                </a:lnTo>
                <a:lnTo>
                  <a:pt x="0" y="5213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51125" y="1028700"/>
            <a:ext cx="10585751" cy="8142207"/>
          </a:xfrm>
          <a:custGeom>
            <a:avLst/>
            <a:gdLst/>
            <a:ahLst/>
            <a:cxnLst/>
            <a:rect r="r" b="b" t="t" l="l"/>
            <a:pathLst>
              <a:path h="8142207" w="10585751">
                <a:moveTo>
                  <a:pt x="0" y="0"/>
                </a:moveTo>
                <a:lnTo>
                  <a:pt x="10585750" y="0"/>
                </a:lnTo>
                <a:lnTo>
                  <a:pt x="10585750" y="8142207"/>
                </a:lnTo>
                <a:lnTo>
                  <a:pt x="0" y="8142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00550" y="2153457"/>
            <a:ext cx="12791629" cy="5980087"/>
          </a:xfrm>
          <a:custGeom>
            <a:avLst/>
            <a:gdLst/>
            <a:ahLst/>
            <a:cxnLst/>
            <a:rect r="r" b="b" t="t" l="l"/>
            <a:pathLst>
              <a:path h="5980087" w="12791629">
                <a:moveTo>
                  <a:pt x="0" y="0"/>
                </a:moveTo>
                <a:lnTo>
                  <a:pt x="12791629" y="0"/>
                </a:lnTo>
                <a:lnTo>
                  <a:pt x="12791629" y="5980086"/>
                </a:lnTo>
                <a:lnTo>
                  <a:pt x="0" y="59800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36875" y="610942"/>
            <a:ext cx="4806702" cy="3085029"/>
          </a:xfrm>
          <a:custGeom>
            <a:avLst/>
            <a:gdLst/>
            <a:ahLst/>
            <a:cxnLst/>
            <a:rect r="r" b="b" t="t" l="l"/>
            <a:pathLst>
              <a:path h="3085029" w="4806702">
                <a:moveTo>
                  <a:pt x="0" y="0"/>
                </a:moveTo>
                <a:lnTo>
                  <a:pt x="4806702" y="0"/>
                </a:lnTo>
                <a:lnTo>
                  <a:pt x="4806702" y="3085029"/>
                </a:lnTo>
                <a:lnTo>
                  <a:pt x="0" y="30850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-581736" y="7201971"/>
            <a:ext cx="4806702" cy="3085029"/>
          </a:xfrm>
          <a:custGeom>
            <a:avLst/>
            <a:gdLst/>
            <a:ahLst/>
            <a:cxnLst/>
            <a:rect r="r" b="b" t="t" l="l"/>
            <a:pathLst>
              <a:path h="3085029" w="4806702">
                <a:moveTo>
                  <a:pt x="4806702" y="3085029"/>
                </a:moveTo>
                <a:lnTo>
                  <a:pt x="0" y="3085029"/>
                </a:lnTo>
                <a:lnTo>
                  <a:pt x="0" y="0"/>
                </a:lnTo>
                <a:lnTo>
                  <a:pt x="4806702" y="0"/>
                </a:lnTo>
                <a:lnTo>
                  <a:pt x="4806702" y="308502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01790" y="3695971"/>
            <a:ext cx="1763203" cy="2103224"/>
          </a:xfrm>
          <a:custGeom>
            <a:avLst/>
            <a:gdLst/>
            <a:ahLst/>
            <a:cxnLst/>
            <a:rect r="r" b="b" t="t" l="l"/>
            <a:pathLst>
              <a:path h="2103224" w="1763203">
                <a:moveTo>
                  <a:pt x="0" y="0"/>
                </a:moveTo>
                <a:lnTo>
                  <a:pt x="1763203" y="0"/>
                </a:lnTo>
                <a:lnTo>
                  <a:pt x="1763203" y="2103224"/>
                </a:lnTo>
                <a:lnTo>
                  <a:pt x="0" y="21032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42881" y="203097"/>
            <a:ext cx="2257669" cy="2648292"/>
          </a:xfrm>
          <a:custGeom>
            <a:avLst/>
            <a:gdLst/>
            <a:ahLst/>
            <a:cxnLst/>
            <a:rect r="r" b="b" t="t" l="l"/>
            <a:pathLst>
              <a:path h="2648292" w="2257669">
                <a:moveTo>
                  <a:pt x="0" y="0"/>
                </a:moveTo>
                <a:lnTo>
                  <a:pt x="2257669" y="0"/>
                </a:lnTo>
                <a:lnTo>
                  <a:pt x="2257669" y="2648291"/>
                </a:lnTo>
                <a:lnTo>
                  <a:pt x="0" y="264829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39815" y="8133543"/>
            <a:ext cx="2173899" cy="1791655"/>
          </a:xfrm>
          <a:custGeom>
            <a:avLst/>
            <a:gdLst/>
            <a:ahLst/>
            <a:cxnLst/>
            <a:rect r="r" b="b" t="t" l="l"/>
            <a:pathLst>
              <a:path h="1791655" w="2173899">
                <a:moveTo>
                  <a:pt x="0" y="0"/>
                </a:moveTo>
                <a:lnTo>
                  <a:pt x="2173899" y="0"/>
                </a:lnTo>
                <a:lnTo>
                  <a:pt x="2173899" y="1791656"/>
                </a:lnTo>
                <a:lnTo>
                  <a:pt x="0" y="17916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574286" y="5409245"/>
            <a:ext cx="2173899" cy="1791655"/>
          </a:xfrm>
          <a:custGeom>
            <a:avLst/>
            <a:gdLst/>
            <a:ahLst/>
            <a:cxnLst/>
            <a:rect r="r" b="b" t="t" l="l"/>
            <a:pathLst>
              <a:path h="1791655" w="2173899">
                <a:moveTo>
                  <a:pt x="2173899" y="0"/>
                </a:moveTo>
                <a:lnTo>
                  <a:pt x="0" y="0"/>
                </a:lnTo>
                <a:lnTo>
                  <a:pt x="0" y="1791655"/>
                </a:lnTo>
                <a:lnTo>
                  <a:pt x="2173899" y="1791655"/>
                </a:lnTo>
                <a:lnTo>
                  <a:pt x="2173899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820139" y="3665354"/>
            <a:ext cx="6647722" cy="3051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1"/>
              </a:lnSpc>
            </a:pPr>
            <a:r>
              <a:rPr lang="en-US" sz="10783">
                <a:solidFill>
                  <a:srgbClr val="FFE67D"/>
                </a:solidFill>
                <a:latin typeface="More Sugar"/>
                <a:ea typeface="More Sugar"/>
                <a:cs typeface="More Sugar"/>
                <a:sym typeface="More Sugar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DAG3oszq_8I</dc:identifier>
  <dcterms:modified xsi:type="dcterms:W3CDTF">2011-08-01T06:04:30Z</dcterms:modified>
  <cp:revision>1</cp:revision>
  <dc:title>Copy of Red Purple and Green Playful Group Project Presentation</dc:title>
</cp:coreProperties>
</file>