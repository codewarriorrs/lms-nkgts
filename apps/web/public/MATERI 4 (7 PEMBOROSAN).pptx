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hewy" panose="020B0604020202020204" charset="0"/>
      <p:regular r:id="rId9"/>
    </p:embeddedFont>
    <p:embeddedFont>
      <p:font typeface="Comic Sans" panose="020B0604020202020204" charset="0"/>
      <p:regular r:id="rId10"/>
    </p:embeddedFont>
    <p:embeddedFont>
      <p:font typeface="Comic Sans Bold" panose="020B0604020202020204" charset="0"/>
      <p:regular r:id="rId11"/>
    </p:embeddedFont>
    <p:embeddedFont>
      <p:font typeface="More Sugar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" Type="http://schemas.openxmlformats.org/officeDocument/2006/relationships/image" Target="../media/image11.svg"/><Relationship Id="rId21" Type="http://schemas.openxmlformats.org/officeDocument/2006/relationships/image" Target="../media/image26.sv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10.png"/><Relationship Id="rId16" Type="http://schemas.openxmlformats.org/officeDocument/2006/relationships/image" Target="../media/image22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5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8.jpeg"/><Relationship Id="rId4" Type="http://schemas.openxmlformats.org/officeDocument/2006/relationships/image" Target="../media/image6.jpeg"/><Relationship Id="rId9" Type="http://schemas.openxmlformats.org/officeDocument/2006/relationships/image" Target="../media/image15.jpeg"/><Relationship Id="rId14" Type="http://schemas.openxmlformats.org/officeDocument/2006/relationships/image" Target="../media/image20.svg"/><Relationship Id="rId22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27.png"/><Relationship Id="rId3" Type="http://schemas.openxmlformats.org/officeDocument/2006/relationships/image" Target="../media/image30.svg"/><Relationship Id="rId7" Type="http://schemas.openxmlformats.org/officeDocument/2006/relationships/image" Target="../media/image34.png"/><Relationship Id="rId12" Type="http://schemas.openxmlformats.org/officeDocument/2006/relationships/image" Target="../media/image37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5.png"/><Relationship Id="rId4" Type="http://schemas.openxmlformats.org/officeDocument/2006/relationships/image" Target="../media/image31.png"/><Relationship Id="rId9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40.sv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551" y="984818"/>
            <a:ext cx="6747396" cy="9365571"/>
          </a:xfrm>
          <a:custGeom>
            <a:avLst/>
            <a:gdLst/>
            <a:ahLst/>
            <a:cxnLst/>
            <a:rect l="l" t="t" r="r" b="b"/>
            <a:pathLst>
              <a:path w="6747396" h="9365571">
                <a:moveTo>
                  <a:pt x="0" y="0"/>
                </a:moveTo>
                <a:lnTo>
                  <a:pt x="6747396" y="0"/>
                </a:lnTo>
                <a:lnTo>
                  <a:pt x="6747396" y="9365571"/>
                </a:lnTo>
                <a:lnTo>
                  <a:pt x="0" y="93655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63893" y="1463745"/>
            <a:ext cx="6787610" cy="8523151"/>
          </a:xfrm>
          <a:custGeom>
            <a:avLst/>
            <a:gdLst/>
            <a:ahLst/>
            <a:cxnLst/>
            <a:rect l="l" t="t" r="r" b="b"/>
            <a:pathLst>
              <a:path w="6787610" h="8523151">
                <a:moveTo>
                  <a:pt x="0" y="0"/>
                </a:moveTo>
                <a:lnTo>
                  <a:pt x="6787610" y="0"/>
                </a:lnTo>
                <a:lnTo>
                  <a:pt x="6787610" y="8523151"/>
                </a:lnTo>
                <a:lnTo>
                  <a:pt x="0" y="8523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0"/>
            <a:ext cx="2809875" cy="1524000"/>
            <a:chOff x="0" y="0"/>
            <a:chExt cx="3746500" cy="2032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46500" cy="2032000"/>
            </a:xfrm>
            <a:custGeom>
              <a:avLst/>
              <a:gdLst/>
              <a:ahLst/>
              <a:cxnLst/>
              <a:rect l="l" t="t" r="r" b="b"/>
              <a:pathLst>
                <a:path w="3746500" h="2032000">
                  <a:moveTo>
                    <a:pt x="0" y="0"/>
                  </a:moveTo>
                  <a:lnTo>
                    <a:pt x="3746500" y="0"/>
                  </a:lnTo>
                  <a:lnTo>
                    <a:pt x="37465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4813516" y="340862"/>
            <a:ext cx="8296275" cy="5457825"/>
            <a:chOff x="0" y="0"/>
            <a:chExt cx="11061700" cy="7277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61700" cy="7277100"/>
            </a:xfrm>
            <a:custGeom>
              <a:avLst/>
              <a:gdLst/>
              <a:ahLst/>
              <a:cxnLst/>
              <a:rect l="l" t="t" r="r" b="b"/>
              <a:pathLst>
                <a:path w="11061700" h="7277100">
                  <a:moveTo>
                    <a:pt x="0" y="0"/>
                  </a:moveTo>
                  <a:lnTo>
                    <a:pt x="11061700" y="0"/>
                  </a:lnTo>
                  <a:lnTo>
                    <a:pt x="11061700" y="7277100"/>
                  </a:lnTo>
                  <a:lnTo>
                    <a:pt x="0" y="727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861080" y="3559712"/>
            <a:ext cx="12792075" cy="5981700"/>
            <a:chOff x="0" y="0"/>
            <a:chExt cx="17056100" cy="7975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056100" cy="7975600"/>
            </a:xfrm>
            <a:custGeom>
              <a:avLst/>
              <a:gdLst/>
              <a:ahLst/>
              <a:cxnLst/>
              <a:rect l="l" t="t" r="r" b="b"/>
              <a:pathLst>
                <a:path w="17056100" h="7975600">
                  <a:moveTo>
                    <a:pt x="0" y="0"/>
                  </a:moveTo>
                  <a:lnTo>
                    <a:pt x="17056100" y="0"/>
                  </a:lnTo>
                  <a:lnTo>
                    <a:pt x="17056100" y="7975600"/>
                  </a:lnTo>
                  <a:lnTo>
                    <a:pt x="0" y="797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-63503" y="984180"/>
            <a:ext cx="6747424" cy="9366323"/>
            <a:chOff x="0" y="0"/>
            <a:chExt cx="6747421" cy="9366326"/>
          </a:xfrm>
        </p:grpSpPr>
        <p:sp>
          <p:nvSpPr>
            <p:cNvPr id="11" name="Freeform 11"/>
            <p:cNvSpPr/>
            <p:nvPr/>
          </p:nvSpPr>
          <p:spPr>
            <a:xfrm>
              <a:off x="1092200" y="63500"/>
              <a:ext cx="2257679" cy="2648332"/>
            </a:xfrm>
            <a:custGeom>
              <a:avLst/>
              <a:gdLst/>
              <a:ahLst/>
              <a:cxnLst/>
              <a:rect l="l" t="t" r="r" b="b"/>
              <a:pathLst>
                <a:path w="2257679" h="2648332">
                  <a:moveTo>
                    <a:pt x="0" y="2648333"/>
                  </a:moveTo>
                  <a:lnTo>
                    <a:pt x="2257678" y="2648333"/>
                  </a:lnTo>
                  <a:lnTo>
                    <a:pt x="22576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1470787" y="1387603"/>
              <a:ext cx="5213095" cy="5213226"/>
            </a:xfrm>
            <a:custGeom>
              <a:avLst/>
              <a:gdLst/>
              <a:ahLst/>
              <a:cxnLst/>
              <a:rect l="l" t="t" r="r" b="b"/>
              <a:pathLst>
                <a:path w="5213095" h="5213226">
                  <a:moveTo>
                    <a:pt x="0" y="5213226"/>
                  </a:moveTo>
                  <a:lnTo>
                    <a:pt x="5213095" y="5213226"/>
                  </a:lnTo>
                  <a:lnTo>
                    <a:pt x="52130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637794" y="4425063"/>
              <a:ext cx="2173859" cy="1791717"/>
            </a:xfrm>
            <a:custGeom>
              <a:avLst/>
              <a:gdLst/>
              <a:ahLst/>
              <a:cxnLst/>
              <a:rect l="l" t="t" r="r" b="b"/>
              <a:pathLst>
                <a:path w="2173859" h="1791717">
                  <a:moveTo>
                    <a:pt x="0" y="1791718"/>
                  </a:moveTo>
                  <a:lnTo>
                    <a:pt x="2173859" y="1791718"/>
                  </a:lnTo>
                  <a:lnTo>
                    <a:pt x="21738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63500" y="6217796"/>
              <a:ext cx="4224908" cy="3085086"/>
            </a:xfrm>
            <a:custGeom>
              <a:avLst/>
              <a:gdLst/>
              <a:ahLst/>
              <a:cxnLst/>
              <a:rect l="l" t="t" r="r" b="b"/>
              <a:pathLst>
                <a:path w="4224908" h="3085086">
                  <a:moveTo>
                    <a:pt x="0" y="0"/>
                  </a:moveTo>
                  <a:lnTo>
                    <a:pt x="0" y="3085087"/>
                  </a:lnTo>
                  <a:lnTo>
                    <a:pt x="4224908" y="3085087"/>
                  </a:lnTo>
                  <a:lnTo>
                    <a:pt x="422490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1563550" y="1463745"/>
            <a:ext cx="6787953" cy="8524951"/>
            <a:chOff x="0" y="0"/>
            <a:chExt cx="6787947" cy="8524951"/>
          </a:xfrm>
        </p:grpSpPr>
        <p:sp>
          <p:nvSpPr>
            <p:cNvPr id="16" name="Freeform 16"/>
            <p:cNvSpPr/>
            <p:nvPr/>
          </p:nvSpPr>
          <p:spPr>
            <a:xfrm>
              <a:off x="2873373" y="63500"/>
              <a:ext cx="3851019" cy="3085082"/>
            </a:xfrm>
            <a:custGeom>
              <a:avLst/>
              <a:gdLst/>
              <a:ahLst/>
              <a:cxnLst/>
              <a:rect l="l" t="t" r="r" b="b"/>
              <a:pathLst>
                <a:path w="3851019" h="3085082">
                  <a:moveTo>
                    <a:pt x="0" y="0"/>
                  </a:moveTo>
                  <a:lnTo>
                    <a:pt x="0" y="3085082"/>
                  </a:lnTo>
                  <a:lnTo>
                    <a:pt x="3851019" y="3085082"/>
                  </a:lnTo>
                  <a:lnTo>
                    <a:pt x="385101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4538215" y="2232278"/>
              <a:ext cx="1763267" cy="2103119"/>
            </a:xfrm>
            <a:custGeom>
              <a:avLst/>
              <a:gdLst/>
              <a:ahLst/>
              <a:cxnLst/>
              <a:rect l="l" t="t" r="r" b="b"/>
              <a:pathLst>
                <a:path w="1763267" h="2103119">
                  <a:moveTo>
                    <a:pt x="0" y="2103119"/>
                  </a:moveTo>
                  <a:lnTo>
                    <a:pt x="1763267" y="2103119"/>
                  </a:lnTo>
                  <a:lnTo>
                    <a:pt x="176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63500" y="2862832"/>
              <a:ext cx="5213220" cy="5213220"/>
            </a:xfrm>
            <a:custGeom>
              <a:avLst/>
              <a:gdLst/>
              <a:ahLst/>
              <a:cxnLst/>
              <a:rect l="l" t="t" r="r" b="b"/>
              <a:pathLst>
                <a:path w="5213220" h="5213220">
                  <a:moveTo>
                    <a:pt x="0" y="5213220"/>
                  </a:moveTo>
                  <a:lnTo>
                    <a:pt x="5213220" y="5213220"/>
                  </a:lnTo>
                  <a:lnTo>
                    <a:pt x="52132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3976241" y="6669782"/>
              <a:ext cx="2173858" cy="1791715"/>
            </a:xfrm>
            <a:custGeom>
              <a:avLst/>
              <a:gdLst/>
              <a:ahLst/>
              <a:cxnLst/>
              <a:rect l="l" t="t" r="r" b="b"/>
              <a:pathLst>
                <a:path w="2173858" h="1791715">
                  <a:moveTo>
                    <a:pt x="0" y="1791715"/>
                  </a:moveTo>
                  <a:lnTo>
                    <a:pt x="2173858" y="1791715"/>
                  </a:lnTo>
                  <a:lnTo>
                    <a:pt x="21738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5181600" y="5751293"/>
            <a:ext cx="7350023" cy="169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99" dirty="0">
                <a:solidFill>
                  <a:srgbClr val="FFE67D"/>
                </a:solidFill>
                <a:latin typeface="More Sugar"/>
                <a:ea typeface="More Sugar"/>
                <a:cs typeface="More Sugar"/>
                <a:sym typeface="More Sugar"/>
              </a:rPr>
              <a:t>SADAR MASALAH DI</a:t>
            </a:r>
          </a:p>
          <a:p>
            <a:pPr algn="ctr"/>
            <a:r>
              <a:rPr lang="en-US" sz="5499" dirty="0">
                <a:solidFill>
                  <a:srgbClr val="FFE67D"/>
                </a:solidFill>
                <a:latin typeface="More Sugar"/>
                <a:ea typeface="More Sugar"/>
                <a:cs typeface="More Sugar"/>
                <a:sym typeface="More Sugar"/>
              </a:rPr>
              <a:t>SEKITAR KITA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46487" y="7692946"/>
            <a:ext cx="3220247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231815"/>
                </a:solidFill>
                <a:latin typeface="Chewy"/>
                <a:ea typeface="Chewy"/>
                <a:cs typeface="Chewy"/>
                <a:sym typeface="Chewy"/>
              </a:rPr>
              <a:t>(Problem </a:t>
            </a:r>
            <a:r>
              <a:rPr lang="en-US" sz="3000" dirty="0" err="1">
                <a:solidFill>
                  <a:srgbClr val="231815"/>
                </a:solidFill>
                <a:latin typeface="Chewy"/>
                <a:ea typeface="Chewy"/>
                <a:cs typeface="Chewy"/>
                <a:sym typeface="Chewy"/>
              </a:rPr>
              <a:t>Awarness</a:t>
            </a:r>
            <a:r>
              <a:rPr lang="en-US" sz="3000" dirty="0">
                <a:solidFill>
                  <a:srgbClr val="231815"/>
                </a:solidFill>
                <a:latin typeface="Chewy"/>
                <a:ea typeface="Chewy"/>
                <a:cs typeface="Chewy"/>
                <a:sym typeface="Chewy"/>
              </a:rPr>
              <a:t>)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FF0000"/>
                </a:solidFill>
                <a:latin typeface="Chewy"/>
                <a:ea typeface="Chewy"/>
                <a:cs typeface="Chewy"/>
                <a:sym typeface="Chewy"/>
              </a:rPr>
              <a:t>7 </a:t>
            </a:r>
            <a:r>
              <a:rPr lang="en-US" sz="3000" dirty="0" err="1">
                <a:solidFill>
                  <a:srgbClr val="FF0000"/>
                </a:solidFill>
                <a:latin typeface="Chewy"/>
                <a:ea typeface="Chewy"/>
                <a:cs typeface="Chewy"/>
                <a:sym typeface="Chewy"/>
              </a:rPr>
              <a:t>Pemborosan</a:t>
            </a:r>
            <a:endParaRPr lang="en-US" sz="3000" dirty="0">
              <a:solidFill>
                <a:srgbClr val="FF0000"/>
              </a:solidFill>
              <a:latin typeface="Chewy"/>
              <a:ea typeface="Chewy"/>
              <a:cs typeface="Chewy"/>
              <a:sym typeface="Chew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809875" cy="1482100"/>
            <a:chOff x="0" y="0"/>
            <a:chExt cx="3746500" cy="1976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46500" cy="1976120"/>
            </a:xfrm>
            <a:custGeom>
              <a:avLst/>
              <a:gdLst/>
              <a:ahLst/>
              <a:cxnLst/>
              <a:rect l="l" t="t" r="r" b="b"/>
              <a:pathLst>
                <a:path w="3746500" h="1976120">
                  <a:moveTo>
                    <a:pt x="0" y="0"/>
                  </a:moveTo>
                  <a:lnTo>
                    <a:pt x="3746500" y="0"/>
                  </a:lnTo>
                  <a:lnTo>
                    <a:pt x="3746500" y="1976120"/>
                  </a:lnTo>
                  <a:lnTo>
                    <a:pt x="0" y="1976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888119" y="0"/>
            <a:ext cx="2324100" cy="1482100"/>
            <a:chOff x="0" y="0"/>
            <a:chExt cx="3098800" cy="19761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98800" cy="1976120"/>
            </a:xfrm>
            <a:custGeom>
              <a:avLst/>
              <a:gdLst/>
              <a:ahLst/>
              <a:cxnLst/>
              <a:rect l="l" t="t" r="r" b="b"/>
              <a:pathLst>
                <a:path w="3098800" h="1976120">
                  <a:moveTo>
                    <a:pt x="0" y="0"/>
                  </a:moveTo>
                  <a:lnTo>
                    <a:pt x="3098800" y="0"/>
                  </a:lnTo>
                  <a:lnTo>
                    <a:pt x="3098800" y="1976120"/>
                  </a:lnTo>
                  <a:lnTo>
                    <a:pt x="0" y="1976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82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851793" y="4549902"/>
            <a:ext cx="6438900" cy="5334000"/>
            <a:chOff x="0" y="0"/>
            <a:chExt cx="8585200" cy="7112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85200" cy="7112000"/>
            </a:xfrm>
            <a:custGeom>
              <a:avLst/>
              <a:gdLst/>
              <a:ahLst/>
              <a:cxnLst/>
              <a:rect l="l" t="t" r="r" b="b"/>
              <a:pathLst>
                <a:path w="8585200" h="7112000">
                  <a:moveTo>
                    <a:pt x="0" y="0"/>
                  </a:moveTo>
                  <a:lnTo>
                    <a:pt x="8585200" y="0"/>
                  </a:lnTo>
                  <a:lnTo>
                    <a:pt x="8585200" y="7112000"/>
                  </a:lnTo>
                  <a:lnTo>
                    <a:pt x="0" y="711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292856" y="4820869"/>
            <a:ext cx="9410700" cy="4791075"/>
            <a:chOff x="0" y="0"/>
            <a:chExt cx="12547600" cy="6388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47600" cy="6388100"/>
            </a:xfrm>
            <a:custGeom>
              <a:avLst/>
              <a:gdLst/>
              <a:ahLst/>
              <a:cxnLst/>
              <a:rect l="l" t="t" r="r" b="b"/>
              <a:pathLst>
                <a:path w="12547600" h="6388100">
                  <a:moveTo>
                    <a:pt x="0" y="0"/>
                  </a:moveTo>
                  <a:lnTo>
                    <a:pt x="12547600" y="0"/>
                  </a:lnTo>
                  <a:lnTo>
                    <a:pt x="12547600" y="6388100"/>
                  </a:lnTo>
                  <a:lnTo>
                    <a:pt x="0" y="638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518140" y="349339"/>
            <a:ext cx="3316710" cy="84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5"/>
              </a:lnSpc>
            </a:pPr>
            <a:r>
              <a:rPr lang="en-US" sz="2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MASALAH MUTU KERJA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51793" y="1438075"/>
            <a:ext cx="12173007" cy="4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Kerja bermutu adalah kerja yang menghasilkan nilai tambah secara berkelanjutan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593097"/>
            <a:ext cx="3131258" cy="48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*) Komponen Kerja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2752" y="2883332"/>
            <a:ext cx="5536187" cy="1729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270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Temukan pemborosan-pemborosan dikerja kita!</a:t>
            </a:r>
          </a:p>
          <a:p>
            <a:pPr algn="ctr">
              <a:lnSpc>
                <a:spcPts val="4860"/>
              </a:lnSpc>
            </a:pPr>
            <a:r>
              <a:rPr lang="en-US" sz="3499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7 Jenis Pemborosan + 1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43099" y="3666325"/>
            <a:ext cx="4908394" cy="6684169"/>
          </a:xfrm>
          <a:custGeom>
            <a:avLst/>
            <a:gdLst/>
            <a:ahLst/>
            <a:cxnLst/>
            <a:rect l="l" t="t" r="r" b="b"/>
            <a:pathLst>
              <a:path w="4908394" h="6684169">
                <a:moveTo>
                  <a:pt x="0" y="0"/>
                </a:moveTo>
                <a:lnTo>
                  <a:pt x="4908395" y="0"/>
                </a:lnTo>
                <a:lnTo>
                  <a:pt x="4908395" y="6684169"/>
                </a:lnTo>
                <a:lnTo>
                  <a:pt x="0" y="6684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912065" y="86677"/>
            <a:ext cx="2324100" cy="1524000"/>
            <a:chOff x="0" y="0"/>
            <a:chExt cx="3098800" cy="2032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98800" cy="2032000"/>
            </a:xfrm>
            <a:custGeom>
              <a:avLst/>
              <a:gdLst/>
              <a:ahLst/>
              <a:cxnLst/>
              <a:rect l="l" t="t" r="r" b="b"/>
              <a:pathLst>
                <a:path w="3098800" h="2032000">
                  <a:moveTo>
                    <a:pt x="0" y="0"/>
                  </a:moveTo>
                  <a:lnTo>
                    <a:pt x="3098800" y="0"/>
                  </a:lnTo>
                  <a:lnTo>
                    <a:pt x="30988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86677"/>
            <a:ext cx="2809875" cy="1524000"/>
            <a:chOff x="0" y="0"/>
            <a:chExt cx="3746500" cy="203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46500" cy="2032000"/>
            </a:xfrm>
            <a:custGeom>
              <a:avLst/>
              <a:gdLst/>
              <a:ahLst/>
              <a:cxnLst/>
              <a:rect l="l" t="t" r="r" b="b"/>
              <a:pathLst>
                <a:path w="3746500" h="2032000">
                  <a:moveTo>
                    <a:pt x="0" y="0"/>
                  </a:moveTo>
                  <a:lnTo>
                    <a:pt x="3746500" y="0"/>
                  </a:lnTo>
                  <a:lnTo>
                    <a:pt x="37465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364062" y="7687408"/>
            <a:ext cx="2009775" cy="2038350"/>
            <a:chOff x="0" y="0"/>
            <a:chExt cx="2679700" cy="2717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79700" cy="2717800"/>
            </a:xfrm>
            <a:custGeom>
              <a:avLst/>
              <a:gdLst/>
              <a:ahLst/>
              <a:cxnLst/>
              <a:rect l="l" t="t" r="r" b="b"/>
              <a:pathLst>
                <a:path w="2679700" h="2717800">
                  <a:moveTo>
                    <a:pt x="0" y="0"/>
                  </a:moveTo>
                  <a:lnTo>
                    <a:pt x="2679700" y="0"/>
                  </a:lnTo>
                  <a:lnTo>
                    <a:pt x="2679700" y="2717800"/>
                  </a:lnTo>
                  <a:lnTo>
                    <a:pt x="0" y="271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065038" y="7625915"/>
            <a:ext cx="1041397" cy="2180377"/>
            <a:chOff x="0" y="0"/>
            <a:chExt cx="1041400" cy="2180387"/>
          </a:xfrm>
        </p:grpSpPr>
        <p:sp>
          <p:nvSpPr>
            <p:cNvPr id="10" name="Freeform 10"/>
            <p:cNvSpPr/>
            <p:nvPr/>
          </p:nvSpPr>
          <p:spPr>
            <a:xfrm>
              <a:off x="570230" y="128651"/>
              <a:ext cx="79502" cy="83058"/>
            </a:xfrm>
            <a:custGeom>
              <a:avLst/>
              <a:gdLst/>
              <a:ahLst/>
              <a:cxnLst/>
              <a:rect l="l" t="t" r="r" b="b"/>
              <a:pathLst>
                <a:path w="79502" h="83058">
                  <a:moveTo>
                    <a:pt x="79502" y="41529"/>
                  </a:moveTo>
                  <a:cubicBezTo>
                    <a:pt x="79502" y="46990"/>
                    <a:pt x="78486" y="52324"/>
                    <a:pt x="76454" y="57404"/>
                  </a:cubicBezTo>
                  <a:cubicBezTo>
                    <a:pt x="74422" y="62484"/>
                    <a:pt x="71628" y="66929"/>
                    <a:pt x="67818" y="70866"/>
                  </a:cubicBezTo>
                  <a:cubicBezTo>
                    <a:pt x="64008" y="74803"/>
                    <a:pt x="59817" y="77724"/>
                    <a:pt x="54991" y="79883"/>
                  </a:cubicBezTo>
                  <a:cubicBezTo>
                    <a:pt x="50165" y="82043"/>
                    <a:pt x="45085" y="83059"/>
                    <a:pt x="39751" y="83059"/>
                  </a:cubicBezTo>
                  <a:cubicBezTo>
                    <a:pt x="34417" y="83059"/>
                    <a:pt x="29464" y="82043"/>
                    <a:pt x="24511" y="79883"/>
                  </a:cubicBezTo>
                  <a:cubicBezTo>
                    <a:pt x="19558" y="77724"/>
                    <a:pt x="15367" y="74803"/>
                    <a:pt x="11684" y="70866"/>
                  </a:cubicBezTo>
                  <a:cubicBezTo>
                    <a:pt x="8001" y="66929"/>
                    <a:pt x="5080" y="62484"/>
                    <a:pt x="3048" y="57404"/>
                  </a:cubicBezTo>
                  <a:cubicBezTo>
                    <a:pt x="1016" y="52324"/>
                    <a:pt x="0" y="46990"/>
                    <a:pt x="0" y="41529"/>
                  </a:cubicBezTo>
                  <a:cubicBezTo>
                    <a:pt x="0" y="36068"/>
                    <a:pt x="1016" y="30734"/>
                    <a:pt x="3048" y="25654"/>
                  </a:cubicBezTo>
                  <a:cubicBezTo>
                    <a:pt x="5080" y="20574"/>
                    <a:pt x="7874" y="16129"/>
                    <a:pt x="11684" y="12192"/>
                  </a:cubicBezTo>
                  <a:cubicBezTo>
                    <a:pt x="15494" y="8255"/>
                    <a:pt x="19685" y="5334"/>
                    <a:pt x="24511" y="3175"/>
                  </a:cubicBezTo>
                  <a:cubicBezTo>
                    <a:pt x="29337" y="1016"/>
                    <a:pt x="34417" y="0"/>
                    <a:pt x="39751" y="0"/>
                  </a:cubicBezTo>
                  <a:cubicBezTo>
                    <a:pt x="45085" y="0"/>
                    <a:pt x="50038" y="1016"/>
                    <a:pt x="54991" y="3175"/>
                  </a:cubicBezTo>
                  <a:cubicBezTo>
                    <a:pt x="59944" y="5334"/>
                    <a:pt x="64135" y="8255"/>
                    <a:pt x="67818" y="12192"/>
                  </a:cubicBezTo>
                  <a:cubicBezTo>
                    <a:pt x="71501" y="16129"/>
                    <a:pt x="74422" y="20574"/>
                    <a:pt x="76454" y="25654"/>
                  </a:cubicBezTo>
                  <a:cubicBezTo>
                    <a:pt x="78486" y="30734"/>
                    <a:pt x="79502" y="36068"/>
                    <a:pt x="79502" y="41529"/>
                  </a:cubicBezTo>
                  <a:close/>
                </a:path>
              </a:pathLst>
            </a:custGeom>
            <a:solidFill>
              <a:srgbClr val="D2D2D1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421767" y="1707265"/>
              <a:ext cx="197866" cy="393320"/>
            </a:xfrm>
            <a:custGeom>
              <a:avLst/>
              <a:gdLst/>
              <a:ahLst/>
              <a:cxnLst/>
              <a:rect l="l" t="t" r="r" b="b"/>
              <a:pathLst>
                <a:path w="197866" h="393320">
                  <a:moveTo>
                    <a:pt x="197866" y="71501"/>
                  </a:moveTo>
                  <a:lnTo>
                    <a:pt x="197866" y="107188"/>
                  </a:lnTo>
                  <a:cubicBezTo>
                    <a:pt x="197866" y="140589"/>
                    <a:pt x="174879" y="168275"/>
                    <a:pt x="144018" y="176276"/>
                  </a:cubicBezTo>
                  <a:lnTo>
                    <a:pt x="144018" y="393320"/>
                  </a:lnTo>
                  <a:lnTo>
                    <a:pt x="53848" y="393320"/>
                  </a:lnTo>
                  <a:lnTo>
                    <a:pt x="53848" y="176276"/>
                  </a:lnTo>
                  <a:cubicBezTo>
                    <a:pt x="22987" y="168275"/>
                    <a:pt x="0" y="140589"/>
                    <a:pt x="0" y="107188"/>
                  </a:cubicBezTo>
                  <a:lnTo>
                    <a:pt x="0" y="71501"/>
                  </a:lnTo>
                  <a:lnTo>
                    <a:pt x="0" y="0"/>
                  </a:lnTo>
                  <a:lnTo>
                    <a:pt x="197866" y="0"/>
                  </a:lnTo>
                  <a:lnTo>
                    <a:pt x="197866" y="71501"/>
                  </a:lnTo>
                  <a:close/>
                </a:path>
              </a:pathLst>
            </a:custGeom>
            <a:solidFill>
              <a:srgbClr val="D2D2D1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421767" y="1635637"/>
              <a:ext cx="197866" cy="71501"/>
            </a:xfrm>
            <a:custGeom>
              <a:avLst/>
              <a:gdLst/>
              <a:ahLst/>
              <a:cxnLst/>
              <a:rect l="l" t="t" r="r" b="b"/>
              <a:pathLst>
                <a:path w="197866" h="71501">
                  <a:moveTo>
                    <a:pt x="0" y="0"/>
                  </a:moveTo>
                  <a:lnTo>
                    <a:pt x="197866" y="0"/>
                  </a:lnTo>
                  <a:lnTo>
                    <a:pt x="197866" y="71501"/>
                  </a:lnTo>
                  <a:lnTo>
                    <a:pt x="0" y="71501"/>
                  </a:lnTo>
                  <a:close/>
                </a:path>
              </a:pathLst>
            </a:custGeom>
            <a:solidFill>
              <a:srgbClr val="9C9D9C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457708" y="1528195"/>
              <a:ext cx="126111" cy="107442"/>
            </a:xfrm>
            <a:custGeom>
              <a:avLst/>
              <a:gdLst/>
              <a:ahLst/>
              <a:cxnLst/>
              <a:rect l="l" t="t" r="r" b="b"/>
              <a:pathLst>
                <a:path w="126111" h="107442">
                  <a:moveTo>
                    <a:pt x="0" y="0"/>
                  </a:moveTo>
                  <a:lnTo>
                    <a:pt x="126111" y="0"/>
                  </a:lnTo>
                  <a:lnTo>
                    <a:pt x="126111" y="107442"/>
                  </a:lnTo>
                  <a:lnTo>
                    <a:pt x="0" y="107442"/>
                  </a:lnTo>
                  <a:close/>
                </a:path>
              </a:pathLst>
            </a:custGeom>
            <a:solidFill>
              <a:srgbClr val="B6B6B7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51892" y="719076"/>
              <a:ext cx="72009" cy="117856"/>
            </a:xfrm>
            <a:custGeom>
              <a:avLst/>
              <a:gdLst/>
              <a:ahLst/>
              <a:cxnLst/>
              <a:rect l="l" t="t" r="r" b="b"/>
              <a:pathLst>
                <a:path w="72009" h="117856">
                  <a:moveTo>
                    <a:pt x="0" y="0"/>
                  </a:moveTo>
                  <a:lnTo>
                    <a:pt x="72009" y="0"/>
                  </a:lnTo>
                  <a:lnTo>
                    <a:pt x="72009" y="117856"/>
                  </a:lnTo>
                  <a:lnTo>
                    <a:pt x="0" y="117856"/>
                  </a:lnTo>
                  <a:close/>
                </a:path>
              </a:pathLst>
            </a:custGeom>
            <a:solidFill>
              <a:srgbClr val="F9B132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398145" y="650242"/>
              <a:ext cx="236855" cy="260732"/>
            </a:xfrm>
            <a:custGeom>
              <a:avLst/>
              <a:gdLst/>
              <a:ahLst/>
              <a:cxnLst/>
              <a:rect l="l" t="t" r="r" b="b"/>
              <a:pathLst>
                <a:path w="236855" h="260732">
                  <a:moveTo>
                    <a:pt x="236855" y="114046"/>
                  </a:moveTo>
                  <a:lnTo>
                    <a:pt x="73533" y="260731"/>
                  </a:lnTo>
                  <a:lnTo>
                    <a:pt x="106172" y="146685"/>
                  </a:lnTo>
                  <a:lnTo>
                    <a:pt x="0" y="130429"/>
                  </a:lnTo>
                  <a:lnTo>
                    <a:pt x="183769" y="0"/>
                  </a:lnTo>
                  <a:lnTo>
                    <a:pt x="157353" y="97790"/>
                  </a:lnTo>
                  <a:lnTo>
                    <a:pt x="236855" y="114046"/>
                  </a:lnTo>
                  <a:close/>
                </a:path>
              </a:pathLst>
            </a:custGeom>
            <a:solidFill>
              <a:srgbClr val="F9B132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23901" y="601346"/>
              <a:ext cx="665607" cy="358522"/>
            </a:xfrm>
            <a:custGeom>
              <a:avLst/>
              <a:gdLst/>
              <a:ahLst/>
              <a:cxnLst/>
              <a:rect l="l" t="t" r="r" b="b"/>
              <a:pathLst>
                <a:path w="665607" h="358522">
                  <a:moveTo>
                    <a:pt x="358013" y="0"/>
                  </a:moveTo>
                  <a:lnTo>
                    <a:pt x="0" y="0"/>
                  </a:lnTo>
                  <a:lnTo>
                    <a:pt x="0" y="117857"/>
                  </a:lnTo>
                  <a:lnTo>
                    <a:pt x="0" y="235586"/>
                  </a:lnTo>
                  <a:lnTo>
                    <a:pt x="0" y="358522"/>
                  </a:lnTo>
                  <a:lnTo>
                    <a:pt x="247777" y="358522"/>
                  </a:lnTo>
                  <a:lnTo>
                    <a:pt x="665607" y="358522"/>
                  </a:lnTo>
                  <a:lnTo>
                    <a:pt x="665607" y="0"/>
                  </a:lnTo>
                  <a:lnTo>
                    <a:pt x="358013" y="0"/>
                  </a:lnTo>
                  <a:close/>
                  <a:moveTo>
                    <a:pt x="247777" y="309627"/>
                  </a:moveTo>
                  <a:lnTo>
                    <a:pt x="280416" y="195581"/>
                  </a:lnTo>
                  <a:lnTo>
                    <a:pt x="174244" y="179325"/>
                  </a:lnTo>
                  <a:lnTo>
                    <a:pt x="358013" y="48896"/>
                  </a:lnTo>
                  <a:lnTo>
                    <a:pt x="331597" y="146686"/>
                  </a:lnTo>
                  <a:lnTo>
                    <a:pt x="411099" y="162942"/>
                  </a:lnTo>
                  <a:lnTo>
                    <a:pt x="247777" y="309627"/>
                  </a:lnTo>
                  <a:close/>
                </a:path>
              </a:pathLst>
            </a:custGeom>
            <a:solidFill>
              <a:srgbClr val="FBE2AE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79883" y="259081"/>
              <a:ext cx="881634" cy="1136780"/>
            </a:xfrm>
            <a:custGeom>
              <a:avLst/>
              <a:gdLst/>
              <a:ahLst/>
              <a:cxnLst/>
              <a:rect l="l" t="t" r="r" b="b"/>
              <a:pathLst>
                <a:path w="881634" h="1136780">
                  <a:moveTo>
                    <a:pt x="881634" y="393193"/>
                  </a:moveTo>
                  <a:lnTo>
                    <a:pt x="881634" y="1136779"/>
                  </a:lnTo>
                  <a:lnTo>
                    <a:pt x="635" y="1136779"/>
                  </a:lnTo>
                  <a:lnTo>
                    <a:pt x="0" y="1136779"/>
                  </a:lnTo>
                  <a:lnTo>
                    <a:pt x="0" y="0"/>
                  </a:lnTo>
                  <a:lnTo>
                    <a:pt x="438658" y="0"/>
                  </a:lnTo>
                  <a:lnTo>
                    <a:pt x="530098" y="0"/>
                  </a:lnTo>
                  <a:lnTo>
                    <a:pt x="881634" y="0"/>
                  </a:lnTo>
                  <a:lnTo>
                    <a:pt x="881634" y="393193"/>
                  </a:lnTo>
                  <a:close/>
                  <a:moveTo>
                    <a:pt x="809625" y="700787"/>
                  </a:moveTo>
                  <a:lnTo>
                    <a:pt x="809625" y="342265"/>
                  </a:lnTo>
                  <a:lnTo>
                    <a:pt x="502031" y="342265"/>
                  </a:lnTo>
                  <a:lnTo>
                    <a:pt x="144018" y="342265"/>
                  </a:lnTo>
                  <a:lnTo>
                    <a:pt x="144018" y="460122"/>
                  </a:lnTo>
                  <a:lnTo>
                    <a:pt x="72009" y="460122"/>
                  </a:lnTo>
                  <a:lnTo>
                    <a:pt x="72009" y="577851"/>
                  </a:lnTo>
                  <a:lnTo>
                    <a:pt x="144018" y="577851"/>
                  </a:lnTo>
                  <a:lnTo>
                    <a:pt x="144018" y="700787"/>
                  </a:lnTo>
                  <a:lnTo>
                    <a:pt x="391795" y="700787"/>
                  </a:lnTo>
                  <a:lnTo>
                    <a:pt x="809625" y="700787"/>
                  </a:lnTo>
                  <a:close/>
                </a:path>
              </a:pathLst>
            </a:custGeom>
            <a:solidFill>
              <a:srgbClr val="8ECAE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79883" y="1395733"/>
              <a:ext cx="881634" cy="132461"/>
            </a:xfrm>
            <a:custGeom>
              <a:avLst/>
              <a:gdLst/>
              <a:ahLst/>
              <a:cxnLst/>
              <a:rect l="l" t="t" r="r" b="b"/>
              <a:pathLst>
                <a:path w="881634" h="132461">
                  <a:moveTo>
                    <a:pt x="635" y="127"/>
                  </a:moveTo>
                  <a:lnTo>
                    <a:pt x="881634" y="127"/>
                  </a:lnTo>
                  <a:lnTo>
                    <a:pt x="881634" y="2794"/>
                  </a:lnTo>
                  <a:cubicBezTo>
                    <a:pt x="881634" y="74550"/>
                    <a:pt x="826135" y="132462"/>
                    <a:pt x="757809" y="132462"/>
                  </a:cubicBezTo>
                  <a:lnTo>
                    <a:pt x="503809" y="132462"/>
                  </a:lnTo>
                  <a:lnTo>
                    <a:pt x="377825" y="132462"/>
                  </a:lnTo>
                  <a:lnTo>
                    <a:pt x="123698" y="132462"/>
                  </a:lnTo>
                  <a:cubicBezTo>
                    <a:pt x="62611" y="132462"/>
                    <a:pt x="11684" y="85980"/>
                    <a:pt x="1778" y="24892"/>
                  </a:cubicBezTo>
                  <a:cubicBezTo>
                    <a:pt x="635" y="17780"/>
                    <a:pt x="0" y="10287"/>
                    <a:pt x="0" y="2667"/>
                  </a:cubicBezTo>
                  <a:lnTo>
                    <a:pt x="0" y="0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rgbClr val="1F5477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79756" y="79756"/>
              <a:ext cx="881761" cy="179324"/>
            </a:xfrm>
            <a:custGeom>
              <a:avLst/>
              <a:gdLst/>
              <a:ahLst/>
              <a:cxnLst/>
              <a:rect l="l" t="t" r="r" b="b"/>
              <a:pathLst>
                <a:path w="881761" h="179324">
                  <a:moveTo>
                    <a:pt x="758063" y="0"/>
                  </a:moveTo>
                  <a:lnTo>
                    <a:pt x="530225" y="0"/>
                  </a:lnTo>
                  <a:lnTo>
                    <a:pt x="123825" y="0"/>
                  </a:lnTo>
                  <a:cubicBezTo>
                    <a:pt x="55626" y="0"/>
                    <a:pt x="0" y="58166"/>
                    <a:pt x="0" y="129921"/>
                  </a:cubicBezTo>
                  <a:lnTo>
                    <a:pt x="0" y="179325"/>
                  </a:lnTo>
                  <a:lnTo>
                    <a:pt x="438785" y="179325"/>
                  </a:lnTo>
                  <a:lnTo>
                    <a:pt x="530225" y="179325"/>
                  </a:lnTo>
                  <a:lnTo>
                    <a:pt x="881761" y="179325"/>
                  </a:lnTo>
                  <a:lnTo>
                    <a:pt x="881761" y="129921"/>
                  </a:lnTo>
                  <a:cubicBezTo>
                    <a:pt x="881761" y="58166"/>
                    <a:pt x="826262" y="0"/>
                    <a:pt x="757936" y="0"/>
                  </a:cubicBezTo>
                  <a:close/>
                  <a:moveTo>
                    <a:pt x="530225" y="132081"/>
                  </a:moveTo>
                  <a:cubicBezTo>
                    <a:pt x="508381" y="132081"/>
                    <a:pt x="490601" y="113538"/>
                    <a:pt x="490601" y="90551"/>
                  </a:cubicBezTo>
                  <a:cubicBezTo>
                    <a:pt x="490601" y="67564"/>
                    <a:pt x="508381" y="49022"/>
                    <a:pt x="530225" y="49022"/>
                  </a:cubicBezTo>
                  <a:cubicBezTo>
                    <a:pt x="552069" y="49022"/>
                    <a:pt x="569849" y="67564"/>
                    <a:pt x="569849" y="90551"/>
                  </a:cubicBezTo>
                  <a:cubicBezTo>
                    <a:pt x="569849" y="113538"/>
                    <a:pt x="552069" y="132081"/>
                    <a:pt x="530225" y="132081"/>
                  </a:cubicBezTo>
                  <a:close/>
                </a:path>
              </a:pathLst>
            </a:custGeom>
            <a:solidFill>
              <a:srgbClr val="1F5477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63500" y="63500"/>
              <a:ext cx="914400" cy="2053341"/>
            </a:xfrm>
            <a:custGeom>
              <a:avLst/>
              <a:gdLst/>
              <a:ahLst/>
              <a:cxnLst/>
              <a:rect l="l" t="t" r="r" b="b"/>
              <a:pathLst>
                <a:path w="914400" h="2053341">
                  <a:moveTo>
                    <a:pt x="774192" y="0"/>
                  </a:moveTo>
                  <a:lnTo>
                    <a:pt x="140208" y="0"/>
                  </a:lnTo>
                  <a:cubicBezTo>
                    <a:pt x="62865" y="0"/>
                    <a:pt x="0" y="65532"/>
                    <a:pt x="0" y="146177"/>
                  </a:cubicBezTo>
                  <a:lnTo>
                    <a:pt x="0" y="1335027"/>
                  </a:lnTo>
                  <a:cubicBezTo>
                    <a:pt x="0" y="1343282"/>
                    <a:pt x="635" y="1351664"/>
                    <a:pt x="2032" y="1359792"/>
                  </a:cubicBezTo>
                  <a:cubicBezTo>
                    <a:pt x="13589" y="1430150"/>
                    <a:pt x="71628" y="1481078"/>
                    <a:pt x="140208" y="1481078"/>
                  </a:cubicBezTo>
                  <a:lnTo>
                    <a:pt x="377952" y="1481078"/>
                  </a:lnTo>
                  <a:lnTo>
                    <a:pt x="377952" y="1555754"/>
                  </a:lnTo>
                  <a:lnTo>
                    <a:pt x="358267" y="1555754"/>
                  </a:lnTo>
                  <a:cubicBezTo>
                    <a:pt x="349250" y="1555754"/>
                    <a:pt x="341884" y="1562993"/>
                    <a:pt x="341884" y="1572010"/>
                  </a:cubicBezTo>
                  <a:lnTo>
                    <a:pt x="341884" y="1750826"/>
                  </a:lnTo>
                  <a:cubicBezTo>
                    <a:pt x="341884" y="1786387"/>
                    <a:pt x="363474" y="1818010"/>
                    <a:pt x="395859" y="1831472"/>
                  </a:cubicBezTo>
                  <a:lnTo>
                    <a:pt x="395859" y="2037085"/>
                  </a:lnTo>
                  <a:cubicBezTo>
                    <a:pt x="395859" y="2046102"/>
                    <a:pt x="403225" y="2053341"/>
                    <a:pt x="412242" y="2053341"/>
                  </a:cubicBezTo>
                  <a:lnTo>
                    <a:pt x="502158" y="2053341"/>
                  </a:lnTo>
                  <a:cubicBezTo>
                    <a:pt x="511175" y="2053341"/>
                    <a:pt x="518541" y="2046102"/>
                    <a:pt x="518541" y="2037085"/>
                  </a:cubicBezTo>
                  <a:lnTo>
                    <a:pt x="518541" y="1831598"/>
                  </a:lnTo>
                  <a:cubicBezTo>
                    <a:pt x="550926" y="1818010"/>
                    <a:pt x="572516" y="1786513"/>
                    <a:pt x="572516" y="1750953"/>
                  </a:cubicBezTo>
                  <a:lnTo>
                    <a:pt x="572516" y="1572137"/>
                  </a:lnTo>
                  <a:cubicBezTo>
                    <a:pt x="572516" y="1563120"/>
                    <a:pt x="565150" y="1555881"/>
                    <a:pt x="556133" y="1555881"/>
                  </a:cubicBezTo>
                  <a:lnTo>
                    <a:pt x="536448" y="1555881"/>
                  </a:lnTo>
                  <a:lnTo>
                    <a:pt x="536448" y="1481205"/>
                  </a:lnTo>
                  <a:lnTo>
                    <a:pt x="774192" y="1481205"/>
                  </a:lnTo>
                  <a:cubicBezTo>
                    <a:pt x="851535" y="1481205"/>
                    <a:pt x="914400" y="1415672"/>
                    <a:pt x="914400" y="1335027"/>
                  </a:cubicBezTo>
                  <a:lnTo>
                    <a:pt x="914400" y="146177"/>
                  </a:lnTo>
                  <a:cubicBezTo>
                    <a:pt x="914400" y="65532"/>
                    <a:pt x="851535" y="0"/>
                    <a:pt x="774192" y="0"/>
                  </a:cubicBezTo>
                  <a:close/>
                  <a:moveTo>
                    <a:pt x="32639" y="1316104"/>
                  </a:moveTo>
                  <a:lnTo>
                    <a:pt x="32639" y="211837"/>
                  </a:lnTo>
                  <a:lnTo>
                    <a:pt x="881761" y="211837"/>
                  </a:lnTo>
                  <a:lnTo>
                    <a:pt x="881761" y="1316104"/>
                  </a:lnTo>
                  <a:lnTo>
                    <a:pt x="32639" y="1316104"/>
                  </a:lnTo>
                  <a:close/>
                  <a:moveTo>
                    <a:pt x="140208" y="32639"/>
                  </a:moveTo>
                  <a:lnTo>
                    <a:pt x="774192" y="32639"/>
                  </a:lnTo>
                  <a:cubicBezTo>
                    <a:pt x="833501" y="32639"/>
                    <a:pt x="881634" y="83566"/>
                    <a:pt x="881634" y="146177"/>
                  </a:cubicBezTo>
                  <a:lnTo>
                    <a:pt x="881634" y="179325"/>
                  </a:lnTo>
                  <a:lnTo>
                    <a:pt x="32639" y="179325"/>
                  </a:lnTo>
                  <a:lnTo>
                    <a:pt x="32639" y="146177"/>
                  </a:lnTo>
                  <a:cubicBezTo>
                    <a:pt x="32639" y="83566"/>
                    <a:pt x="80899" y="32639"/>
                    <a:pt x="140081" y="32639"/>
                  </a:cubicBezTo>
                  <a:close/>
                  <a:moveTo>
                    <a:pt x="498094" y="1804166"/>
                  </a:moveTo>
                  <a:cubicBezTo>
                    <a:pt x="490855" y="1806071"/>
                    <a:pt x="485902" y="1812548"/>
                    <a:pt x="485902" y="1819914"/>
                  </a:cubicBezTo>
                  <a:lnTo>
                    <a:pt x="485902" y="2020702"/>
                  </a:lnTo>
                  <a:lnTo>
                    <a:pt x="428498" y="2020702"/>
                  </a:lnTo>
                  <a:lnTo>
                    <a:pt x="428498" y="1819914"/>
                  </a:lnTo>
                  <a:cubicBezTo>
                    <a:pt x="428498" y="1812422"/>
                    <a:pt x="423418" y="1805944"/>
                    <a:pt x="416306" y="1804166"/>
                  </a:cubicBezTo>
                  <a:cubicBezTo>
                    <a:pt x="391795" y="1797816"/>
                    <a:pt x="374523" y="1775973"/>
                    <a:pt x="374523" y="1750953"/>
                  </a:cubicBezTo>
                  <a:lnTo>
                    <a:pt x="374523" y="1659894"/>
                  </a:lnTo>
                  <a:lnTo>
                    <a:pt x="539877" y="1659894"/>
                  </a:lnTo>
                  <a:lnTo>
                    <a:pt x="539877" y="1750953"/>
                  </a:lnTo>
                  <a:cubicBezTo>
                    <a:pt x="539877" y="1775972"/>
                    <a:pt x="522732" y="1797816"/>
                    <a:pt x="498094" y="1804166"/>
                  </a:cubicBezTo>
                  <a:close/>
                  <a:moveTo>
                    <a:pt x="539877" y="1627382"/>
                  </a:moveTo>
                  <a:lnTo>
                    <a:pt x="374523" y="1627382"/>
                  </a:lnTo>
                  <a:lnTo>
                    <a:pt x="374523" y="1588393"/>
                  </a:lnTo>
                  <a:lnTo>
                    <a:pt x="394208" y="1588393"/>
                  </a:lnTo>
                  <a:lnTo>
                    <a:pt x="520192" y="1588393"/>
                  </a:lnTo>
                  <a:lnTo>
                    <a:pt x="539877" y="1588393"/>
                  </a:lnTo>
                  <a:lnTo>
                    <a:pt x="539877" y="1627382"/>
                  </a:lnTo>
                  <a:close/>
                  <a:moveTo>
                    <a:pt x="503936" y="1555881"/>
                  </a:moveTo>
                  <a:lnTo>
                    <a:pt x="410591" y="1555881"/>
                  </a:lnTo>
                  <a:lnTo>
                    <a:pt x="410591" y="1481205"/>
                  </a:lnTo>
                  <a:lnTo>
                    <a:pt x="503936" y="1481205"/>
                  </a:lnTo>
                  <a:lnTo>
                    <a:pt x="503936" y="1555881"/>
                  </a:lnTo>
                  <a:close/>
                  <a:moveTo>
                    <a:pt x="774319" y="1448566"/>
                  </a:moveTo>
                  <a:lnTo>
                    <a:pt x="140208" y="1448566"/>
                  </a:lnTo>
                  <a:cubicBezTo>
                    <a:pt x="87757" y="1448566"/>
                    <a:pt x="43180" y="1409068"/>
                    <a:pt x="34290" y="1354585"/>
                  </a:cubicBezTo>
                  <a:cubicBezTo>
                    <a:pt x="34036" y="1352680"/>
                    <a:pt x="34036" y="1350648"/>
                    <a:pt x="33782" y="1348743"/>
                  </a:cubicBezTo>
                  <a:lnTo>
                    <a:pt x="880872" y="1348743"/>
                  </a:lnTo>
                  <a:cubicBezTo>
                    <a:pt x="874395" y="1404877"/>
                    <a:pt x="829056" y="1448566"/>
                    <a:pt x="774192" y="1448566"/>
                  </a:cubicBezTo>
                  <a:close/>
                </a:path>
              </a:pathLst>
            </a:custGeom>
            <a:solidFill>
              <a:srgbClr val="3A322B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553974" y="112395"/>
              <a:ext cx="112014" cy="115824"/>
            </a:xfrm>
            <a:custGeom>
              <a:avLst/>
              <a:gdLst/>
              <a:ahLst/>
              <a:cxnLst/>
              <a:rect l="l" t="t" r="r" b="b"/>
              <a:pathLst>
                <a:path w="112014" h="115824">
                  <a:moveTo>
                    <a:pt x="56007" y="115825"/>
                  </a:moveTo>
                  <a:cubicBezTo>
                    <a:pt x="86868" y="115825"/>
                    <a:pt x="112014" y="89789"/>
                    <a:pt x="112014" y="57912"/>
                  </a:cubicBezTo>
                  <a:cubicBezTo>
                    <a:pt x="112014" y="26035"/>
                    <a:pt x="86868" y="0"/>
                    <a:pt x="56007" y="0"/>
                  </a:cubicBezTo>
                  <a:cubicBezTo>
                    <a:pt x="25146" y="0"/>
                    <a:pt x="0" y="26035"/>
                    <a:pt x="0" y="57912"/>
                  </a:cubicBezTo>
                  <a:cubicBezTo>
                    <a:pt x="0" y="89789"/>
                    <a:pt x="25146" y="115825"/>
                    <a:pt x="56007" y="115825"/>
                  </a:cubicBezTo>
                  <a:close/>
                  <a:moveTo>
                    <a:pt x="56007" y="32639"/>
                  </a:moveTo>
                  <a:cubicBezTo>
                    <a:pt x="68834" y="32639"/>
                    <a:pt x="79375" y="43942"/>
                    <a:pt x="79375" y="57912"/>
                  </a:cubicBezTo>
                  <a:cubicBezTo>
                    <a:pt x="79375" y="71882"/>
                    <a:pt x="68961" y="83185"/>
                    <a:pt x="56007" y="83185"/>
                  </a:cubicBezTo>
                  <a:cubicBezTo>
                    <a:pt x="43053" y="83185"/>
                    <a:pt x="32639" y="71882"/>
                    <a:pt x="32639" y="57912"/>
                  </a:cubicBezTo>
                  <a:cubicBezTo>
                    <a:pt x="32639" y="43942"/>
                    <a:pt x="43180" y="32639"/>
                    <a:pt x="56007" y="32639"/>
                  </a:cubicBezTo>
                  <a:close/>
                </a:path>
              </a:pathLst>
            </a:custGeom>
            <a:solidFill>
              <a:srgbClr val="3A322B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35382" y="584963"/>
              <a:ext cx="770636" cy="391034"/>
            </a:xfrm>
            <a:custGeom>
              <a:avLst/>
              <a:gdLst/>
              <a:ahLst/>
              <a:cxnLst/>
              <a:rect l="l" t="t" r="r" b="b"/>
              <a:pathLst>
                <a:path w="770636" h="391034">
                  <a:moveTo>
                    <a:pt x="754253" y="0"/>
                  </a:moveTo>
                  <a:lnTo>
                    <a:pt x="88392" y="0"/>
                  </a:lnTo>
                  <a:cubicBezTo>
                    <a:pt x="79375" y="0"/>
                    <a:pt x="72009" y="7239"/>
                    <a:pt x="72009" y="16256"/>
                  </a:cubicBezTo>
                  <a:lnTo>
                    <a:pt x="72009" y="117730"/>
                  </a:lnTo>
                  <a:lnTo>
                    <a:pt x="16383" y="117730"/>
                  </a:lnTo>
                  <a:cubicBezTo>
                    <a:pt x="7366" y="117730"/>
                    <a:pt x="0" y="124969"/>
                    <a:pt x="0" y="133986"/>
                  </a:cubicBezTo>
                  <a:lnTo>
                    <a:pt x="0" y="251969"/>
                  </a:lnTo>
                  <a:cubicBezTo>
                    <a:pt x="0" y="260986"/>
                    <a:pt x="7366" y="268225"/>
                    <a:pt x="16383" y="268225"/>
                  </a:cubicBezTo>
                  <a:lnTo>
                    <a:pt x="72009" y="268225"/>
                  </a:lnTo>
                  <a:lnTo>
                    <a:pt x="72009" y="374778"/>
                  </a:lnTo>
                  <a:cubicBezTo>
                    <a:pt x="72009" y="383795"/>
                    <a:pt x="79375" y="391034"/>
                    <a:pt x="88392" y="391034"/>
                  </a:cubicBezTo>
                  <a:lnTo>
                    <a:pt x="754253" y="391034"/>
                  </a:lnTo>
                  <a:cubicBezTo>
                    <a:pt x="763270" y="391034"/>
                    <a:pt x="770636" y="383795"/>
                    <a:pt x="770636" y="374778"/>
                  </a:cubicBezTo>
                  <a:lnTo>
                    <a:pt x="770636" y="16383"/>
                  </a:lnTo>
                  <a:cubicBezTo>
                    <a:pt x="770636" y="7366"/>
                    <a:pt x="763397" y="127"/>
                    <a:pt x="754380" y="127"/>
                  </a:cubicBezTo>
                  <a:close/>
                  <a:moveTo>
                    <a:pt x="32766" y="235713"/>
                  </a:moveTo>
                  <a:lnTo>
                    <a:pt x="32766" y="150496"/>
                  </a:lnTo>
                  <a:lnTo>
                    <a:pt x="72136" y="150496"/>
                  </a:lnTo>
                  <a:lnTo>
                    <a:pt x="72136" y="235713"/>
                  </a:lnTo>
                  <a:lnTo>
                    <a:pt x="32766" y="235713"/>
                  </a:lnTo>
                  <a:close/>
                  <a:moveTo>
                    <a:pt x="737870" y="358522"/>
                  </a:moveTo>
                  <a:lnTo>
                    <a:pt x="104775" y="358522"/>
                  </a:lnTo>
                  <a:lnTo>
                    <a:pt x="104775" y="32639"/>
                  </a:lnTo>
                  <a:lnTo>
                    <a:pt x="737870" y="32639"/>
                  </a:lnTo>
                  <a:lnTo>
                    <a:pt x="737870" y="358522"/>
                  </a:lnTo>
                  <a:close/>
                </a:path>
              </a:pathLst>
            </a:custGeom>
            <a:solidFill>
              <a:srgbClr val="3A322B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381834" y="633842"/>
              <a:ext cx="269501" cy="293387"/>
            </a:xfrm>
            <a:custGeom>
              <a:avLst/>
              <a:gdLst/>
              <a:ahLst/>
              <a:cxnLst/>
              <a:rect l="l" t="t" r="r" b="b"/>
              <a:pathLst>
                <a:path w="269501" h="293387">
                  <a:moveTo>
                    <a:pt x="13898" y="162831"/>
                  </a:moveTo>
                  <a:lnTo>
                    <a:pt x="101782" y="176293"/>
                  </a:lnTo>
                  <a:lnTo>
                    <a:pt x="74223" y="272559"/>
                  </a:lnTo>
                  <a:cubicBezTo>
                    <a:pt x="72191" y="279544"/>
                    <a:pt x="75112" y="287037"/>
                    <a:pt x="81335" y="290847"/>
                  </a:cubicBezTo>
                  <a:cubicBezTo>
                    <a:pt x="84002" y="292498"/>
                    <a:pt x="86923" y="293387"/>
                    <a:pt x="89971" y="293387"/>
                  </a:cubicBezTo>
                  <a:cubicBezTo>
                    <a:pt x="93908" y="293387"/>
                    <a:pt x="97845" y="291990"/>
                    <a:pt x="100893" y="289196"/>
                  </a:cubicBezTo>
                  <a:lnTo>
                    <a:pt x="264088" y="142511"/>
                  </a:lnTo>
                  <a:cubicBezTo>
                    <a:pt x="268660" y="138447"/>
                    <a:pt x="270565" y="132097"/>
                    <a:pt x="268914" y="126128"/>
                  </a:cubicBezTo>
                  <a:cubicBezTo>
                    <a:pt x="267263" y="120159"/>
                    <a:pt x="262437" y="115714"/>
                    <a:pt x="256468" y="114444"/>
                  </a:cubicBezTo>
                  <a:lnTo>
                    <a:pt x="193857" y="101617"/>
                  </a:lnTo>
                  <a:lnTo>
                    <a:pt x="215828" y="20591"/>
                  </a:lnTo>
                  <a:cubicBezTo>
                    <a:pt x="217606" y="13987"/>
                    <a:pt x="215066" y="6875"/>
                    <a:pt x="209351" y="2937"/>
                  </a:cubicBezTo>
                  <a:cubicBezTo>
                    <a:pt x="203636" y="-999"/>
                    <a:pt x="196143" y="-999"/>
                    <a:pt x="190555" y="3065"/>
                  </a:cubicBezTo>
                  <a:lnTo>
                    <a:pt x="6913" y="133367"/>
                  </a:lnTo>
                  <a:cubicBezTo>
                    <a:pt x="1452" y="137177"/>
                    <a:pt x="-1088" y="143908"/>
                    <a:pt x="436" y="150385"/>
                  </a:cubicBezTo>
                  <a:cubicBezTo>
                    <a:pt x="1960" y="156862"/>
                    <a:pt x="7294" y="161688"/>
                    <a:pt x="13898" y="162704"/>
                  </a:cubicBezTo>
                  <a:close/>
                  <a:moveTo>
                    <a:pt x="172394" y="55897"/>
                  </a:moveTo>
                  <a:lnTo>
                    <a:pt x="157789" y="109745"/>
                  </a:lnTo>
                  <a:cubicBezTo>
                    <a:pt x="156646" y="114063"/>
                    <a:pt x="157281" y="118762"/>
                    <a:pt x="159694" y="122572"/>
                  </a:cubicBezTo>
                  <a:cubicBezTo>
                    <a:pt x="162107" y="126382"/>
                    <a:pt x="165917" y="129049"/>
                    <a:pt x="170362" y="129938"/>
                  </a:cubicBezTo>
                  <a:lnTo>
                    <a:pt x="218241" y="139717"/>
                  </a:lnTo>
                  <a:lnTo>
                    <a:pt x="121213" y="226839"/>
                  </a:lnTo>
                  <a:lnTo>
                    <a:pt x="138231" y="167276"/>
                  </a:lnTo>
                  <a:cubicBezTo>
                    <a:pt x="139501" y="162831"/>
                    <a:pt x="138866" y="158005"/>
                    <a:pt x="136326" y="154068"/>
                  </a:cubicBezTo>
                  <a:cubicBezTo>
                    <a:pt x="133786" y="150131"/>
                    <a:pt x="129722" y="147464"/>
                    <a:pt x="125023" y="146829"/>
                  </a:cubicBezTo>
                  <a:lnTo>
                    <a:pt x="58729" y="136669"/>
                  </a:lnTo>
                  <a:lnTo>
                    <a:pt x="172521" y="55897"/>
                  </a:lnTo>
                  <a:close/>
                </a:path>
              </a:pathLst>
            </a:custGeom>
            <a:solidFill>
              <a:srgbClr val="3A322B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373634" y="161417"/>
              <a:ext cx="147066" cy="32512"/>
            </a:xfrm>
            <a:custGeom>
              <a:avLst/>
              <a:gdLst/>
              <a:ahLst/>
              <a:cxnLst/>
              <a:rect l="l" t="t" r="r" b="b"/>
              <a:pathLst>
                <a:path w="147066" h="32512">
                  <a:moveTo>
                    <a:pt x="16383" y="32512"/>
                  </a:moveTo>
                  <a:lnTo>
                    <a:pt x="130683" y="32512"/>
                  </a:lnTo>
                  <a:cubicBezTo>
                    <a:pt x="139700" y="32512"/>
                    <a:pt x="147066" y="25273"/>
                    <a:pt x="147066" y="16256"/>
                  </a:cubicBezTo>
                  <a:cubicBezTo>
                    <a:pt x="147066" y="7239"/>
                    <a:pt x="139700" y="0"/>
                    <a:pt x="130683" y="0"/>
                  </a:cubicBezTo>
                  <a:lnTo>
                    <a:pt x="16383" y="0"/>
                  </a:lnTo>
                  <a:cubicBezTo>
                    <a:pt x="7366" y="0"/>
                    <a:pt x="0" y="7239"/>
                    <a:pt x="0" y="16256"/>
                  </a:cubicBezTo>
                  <a:cubicBezTo>
                    <a:pt x="0" y="25273"/>
                    <a:pt x="7366" y="32512"/>
                    <a:pt x="16383" y="32512"/>
                  </a:cubicBezTo>
                  <a:close/>
                </a:path>
              </a:pathLst>
            </a:custGeom>
            <a:solidFill>
              <a:srgbClr val="3A322B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0792711" y="7687408"/>
            <a:ext cx="1876425" cy="2057400"/>
            <a:chOff x="0" y="0"/>
            <a:chExt cx="2501900" cy="2743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501900" cy="2743200"/>
            </a:xfrm>
            <a:custGeom>
              <a:avLst/>
              <a:gdLst/>
              <a:ahLst/>
              <a:cxnLst/>
              <a:rect l="l" t="t" r="r" b="b"/>
              <a:pathLst>
                <a:path w="2501900" h="2743200">
                  <a:moveTo>
                    <a:pt x="0" y="0"/>
                  </a:moveTo>
                  <a:lnTo>
                    <a:pt x="2501900" y="0"/>
                  </a:lnTo>
                  <a:lnTo>
                    <a:pt x="25019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3622034" y="4709189"/>
            <a:ext cx="2561634" cy="4829175"/>
            <a:chOff x="0" y="0"/>
            <a:chExt cx="3415513" cy="64389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15538" cy="6438900"/>
            </a:xfrm>
            <a:custGeom>
              <a:avLst/>
              <a:gdLst/>
              <a:ahLst/>
              <a:cxnLst/>
              <a:rect l="l" t="t" r="r" b="b"/>
              <a:pathLst>
                <a:path w="3415538" h="6438900">
                  <a:moveTo>
                    <a:pt x="0" y="0"/>
                  </a:moveTo>
                  <a:lnTo>
                    <a:pt x="3415538" y="0"/>
                  </a:lnTo>
                  <a:lnTo>
                    <a:pt x="3415538" y="6438900"/>
                  </a:lnTo>
                  <a:lnTo>
                    <a:pt x="0" y="643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344" t="-2353" b="-13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3624960" y="4384672"/>
            <a:ext cx="2628900" cy="4972050"/>
            <a:chOff x="0" y="0"/>
            <a:chExt cx="3505200" cy="6629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505200" cy="6629400"/>
            </a:xfrm>
            <a:custGeom>
              <a:avLst/>
              <a:gdLst/>
              <a:ahLst/>
              <a:cxnLst/>
              <a:rect l="l" t="t" r="r" b="b"/>
              <a:pathLst>
                <a:path w="3505200" h="6629400">
                  <a:moveTo>
                    <a:pt x="0" y="0"/>
                  </a:moveTo>
                  <a:lnTo>
                    <a:pt x="3505200" y="0"/>
                  </a:lnTo>
                  <a:lnTo>
                    <a:pt x="3505200" y="6629400"/>
                  </a:lnTo>
                  <a:lnTo>
                    <a:pt x="0" y="662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2572512" y="6245428"/>
            <a:ext cx="788327" cy="788279"/>
            <a:chOff x="0" y="0"/>
            <a:chExt cx="788327" cy="78827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88162" cy="788284"/>
            </a:xfrm>
            <a:custGeom>
              <a:avLst/>
              <a:gdLst/>
              <a:ahLst/>
              <a:cxnLst/>
              <a:rect l="l" t="t" r="r" b="b"/>
              <a:pathLst>
                <a:path w="788162" h="788284">
                  <a:moveTo>
                    <a:pt x="312166" y="0"/>
                  </a:moveTo>
                  <a:cubicBezTo>
                    <a:pt x="281178" y="0"/>
                    <a:pt x="254254" y="16764"/>
                    <a:pt x="239776" y="41783"/>
                  </a:cubicBezTo>
                  <a:cubicBezTo>
                    <a:pt x="225298" y="66802"/>
                    <a:pt x="198247" y="83565"/>
                    <a:pt x="167386" y="83565"/>
                  </a:cubicBezTo>
                  <a:cubicBezTo>
                    <a:pt x="121158" y="83565"/>
                    <a:pt x="83820" y="121030"/>
                    <a:pt x="83820" y="167131"/>
                  </a:cubicBezTo>
                  <a:cubicBezTo>
                    <a:pt x="83820" y="195833"/>
                    <a:pt x="69088" y="223646"/>
                    <a:pt x="42672" y="239139"/>
                  </a:cubicBezTo>
                  <a:cubicBezTo>
                    <a:pt x="30099" y="246251"/>
                    <a:pt x="19177" y="256665"/>
                    <a:pt x="11430" y="270127"/>
                  </a:cubicBezTo>
                  <a:cubicBezTo>
                    <a:pt x="-4064" y="296924"/>
                    <a:pt x="-3048" y="328674"/>
                    <a:pt x="11430" y="353693"/>
                  </a:cubicBezTo>
                  <a:cubicBezTo>
                    <a:pt x="25781" y="378712"/>
                    <a:pt x="26924" y="410461"/>
                    <a:pt x="11430" y="437258"/>
                  </a:cubicBezTo>
                  <a:cubicBezTo>
                    <a:pt x="3683" y="450466"/>
                    <a:pt x="0" y="464817"/>
                    <a:pt x="0" y="478914"/>
                  </a:cubicBezTo>
                  <a:lnTo>
                    <a:pt x="0" y="479549"/>
                  </a:lnTo>
                  <a:cubicBezTo>
                    <a:pt x="127" y="508378"/>
                    <a:pt x="15113" y="536318"/>
                    <a:pt x="41783" y="551684"/>
                  </a:cubicBezTo>
                  <a:cubicBezTo>
                    <a:pt x="66802" y="566162"/>
                    <a:pt x="83566" y="593213"/>
                    <a:pt x="83566" y="624074"/>
                  </a:cubicBezTo>
                  <a:cubicBezTo>
                    <a:pt x="83566" y="670302"/>
                    <a:pt x="121031" y="707639"/>
                    <a:pt x="167132" y="707639"/>
                  </a:cubicBezTo>
                  <a:cubicBezTo>
                    <a:pt x="198120" y="707639"/>
                    <a:pt x="225044" y="724403"/>
                    <a:pt x="239522" y="749422"/>
                  </a:cubicBezTo>
                  <a:cubicBezTo>
                    <a:pt x="250444" y="768218"/>
                    <a:pt x="268351" y="782442"/>
                    <a:pt x="289814" y="788284"/>
                  </a:cubicBezTo>
                  <a:lnTo>
                    <a:pt x="334137" y="788284"/>
                  </a:lnTo>
                  <a:cubicBezTo>
                    <a:pt x="341376" y="786379"/>
                    <a:pt x="348107" y="783458"/>
                    <a:pt x="354330" y="779775"/>
                  </a:cubicBezTo>
                  <a:cubicBezTo>
                    <a:pt x="367284" y="772409"/>
                    <a:pt x="381508" y="768853"/>
                    <a:pt x="395478" y="768853"/>
                  </a:cubicBezTo>
                  <a:cubicBezTo>
                    <a:pt x="410210" y="768853"/>
                    <a:pt x="424688" y="772790"/>
                    <a:pt x="437388" y="780029"/>
                  </a:cubicBezTo>
                  <a:cubicBezTo>
                    <a:pt x="443738" y="783712"/>
                    <a:pt x="450342" y="786379"/>
                    <a:pt x="457200" y="788284"/>
                  </a:cubicBezTo>
                  <a:lnTo>
                    <a:pt x="501142" y="788284"/>
                  </a:lnTo>
                  <a:cubicBezTo>
                    <a:pt x="521716" y="782696"/>
                    <a:pt x="540131" y="769361"/>
                    <a:pt x="551561" y="749422"/>
                  </a:cubicBezTo>
                  <a:cubicBezTo>
                    <a:pt x="567055" y="722625"/>
                    <a:pt x="595122" y="707639"/>
                    <a:pt x="623951" y="707639"/>
                  </a:cubicBezTo>
                  <a:cubicBezTo>
                    <a:pt x="652780" y="707639"/>
                    <a:pt x="680847" y="692654"/>
                    <a:pt x="696341" y="665857"/>
                  </a:cubicBezTo>
                  <a:cubicBezTo>
                    <a:pt x="703961" y="652649"/>
                    <a:pt x="707517" y="638298"/>
                    <a:pt x="707517" y="624074"/>
                  </a:cubicBezTo>
                  <a:cubicBezTo>
                    <a:pt x="707517" y="596261"/>
                    <a:pt x="721487" y="569083"/>
                    <a:pt x="746506" y="553335"/>
                  </a:cubicBezTo>
                  <a:cubicBezTo>
                    <a:pt x="759968" y="546223"/>
                    <a:pt x="771779" y="535302"/>
                    <a:pt x="779907" y="521205"/>
                  </a:cubicBezTo>
                  <a:cubicBezTo>
                    <a:pt x="783590" y="514855"/>
                    <a:pt x="786257" y="508251"/>
                    <a:pt x="788162" y="501520"/>
                  </a:cubicBezTo>
                  <a:lnTo>
                    <a:pt x="788162" y="457197"/>
                  </a:lnTo>
                  <a:cubicBezTo>
                    <a:pt x="786257" y="450339"/>
                    <a:pt x="783463" y="443735"/>
                    <a:pt x="779907" y="437512"/>
                  </a:cubicBezTo>
                  <a:cubicBezTo>
                    <a:pt x="765556" y="412493"/>
                    <a:pt x="764413" y="380744"/>
                    <a:pt x="779907" y="353947"/>
                  </a:cubicBezTo>
                  <a:cubicBezTo>
                    <a:pt x="783590" y="347597"/>
                    <a:pt x="786257" y="341120"/>
                    <a:pt x="788162" y="334389"/>
                  </a:cubicBezTo>
                  <a:lnTo>
                    <a:pt x="788162" y="289939"/>
                  </a:lnTo>
                  <a:cubicBezTo>
                    <a:pt x="782574" y="269492"/>
                    <a:pt x="769112" y="251204"/>
                    <a:pt x="749300" y="239774"/>
                  </a:cubicBezTo>
                  <a:cubicBezTo>
                    <a:pt x="724535" y="225424"/>
                    <a:pt x="707771" y="198754"/>
                    <a:pt x="707517" y="168147"/>
                  </a:cubicBezTo>
                  <a:cubicBezTo>
                    <a:pt x="707644" y="153669"/>
                    <a:pt x="704088" y="139064"/>
                    <a:pt x="696341" y="125602"/>
                  </a:cubicBezTo>
                  <a:cubicBezTo>
                    <a:pt x="680847" y="98805"/>
                    <a:pt x="652780" y="83819"/>
                    <a:pt x="623951" y="83819"/>
                  </a:cubicBezTo>
                  <a:cubicBezTo>
                    <a:pt x="595122" y="83819"/>
                    <a:pt x="567055" y="68834"/>
                    <a:pt x="551561" y="42037"/>
                  </a:cubicBezTo>
                  <a:cubicBezTo>
                    <a:pt x="536067" y="15240"/>
                    <a:pt x="508127" y="0"/>
                    <a:pt x="479298" y="0"/>
                  </a:cubicBezTo>
                  <a:cubicBezTo>
                    <a:pt x="465074" y="0"/>
                    <a:pt x="450723" y="3556"/>
                    <a:pt x="437515" y="11176"/>
                  </a:cubicBezTo>
                  <a:cubicBezTo>
                    <a:pt x="424815" y="18542"/>
                    <a:pt x="410337" y="22352"/>
                    <a:pt x="395605" y="22352"/>
                  </a:cubicBezTo>
                  <a:cubicBezTo>
                    <a:pt x="381635" y="22352"/>
                    <a:pt x="367411" y="18796"/>
                    <a:pt x="354457" y="11430"/>
                  </a:cubicBezTo>
                  <a:cubicBezTo>
                    <a:pt x="342011" y="4191"/>
                    <a:pt x="327533" y="0"/>
                    <a:pt x="312166" y="0"/>
                  </a:cubicBezTo>
                  <a:close/>
                </a:path>
              </a:pathLst>
            </a:custGeom>
            <a:solidFill>
              <a:srgbClr val="7991BF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4576715" y="1447390"/>
            <a:ext cx="788327" cy="788279"/>
            <a:chOff x="0" y="0"/>
            <a:chExt cx="788327" cy="78827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88162" cy="788157"/>
            </a:xfrm>
            <a:custGeom>
              <a:avLst/>
              <a:gdLst/>
              <a:ahLst/>
              <a:cxnLst/>
              <a:rect l="l" t="t" r="r" b="b"/>
              <a:pathLst>
                <a:path w="788162" h="788157">
                  <a:moveTo>
                    <a:pt x="312166" y="0"/>
                  </a:moveTo>
                  <a:cubicBezTo>
                    <a:pt x="281178" y="0"/>
                    <a:pt x="254254" y="16764"/>
                    <a:pt x="239776" y="41783"/>
                  </a:cubicBezTo>
                  <a:cubicBezTo>
                    <a:pt x="225298" y="66802"/>
                    <a:pt x="198247" y="83565"/>
                    <a:pt x="167386" y="83565"/>
                  </a:cubicBezTo>
                  <a:cubicBezTo>
                    <a:pt x="121158" y="83565"/>
                    <a:pt x="83820" y="121030"/>
                    <a:pt x="83820" y="167131"/>
                  </a:cubicBezTo>
                  <a:cubicBezTo>
                    <a:pt x="83820" y="195833"/>
                    <a:pt x="69088" y="223646"/>
                    <a:pt x="42672" y="239139"/>
                  </a:cubicBezTo>
                  <a:cubicBezTo>
                    <a:pt x="30099" y="246251"/>
                    <a:pt x="19177" y="256665"/>
                    <a:pt x="11430" y="270127"/>
                  </a:cubicBezTo>
                  <a:cubicBezTo>
                    <a:pt x="-4064" y="296924"/>
                    <a:pt x="-3048" y="328674"/>
                    <a:pt x="11430" y="353693"/>
                  </a:cubicBezTo>
                  <a:cubicBezTo>
                    <a:pt x="25781" y="378712"/>
                    <a:pt x="26924" y="410461"/>
                    <a:pt x="11430" y="437258"/>
                  </a:cubicBezTo>
                  <a:cubicBezTo>
                    <a:pt x="3683" y="450466"/>
                    <a:pt x="0" y="464690"/>
                    <a:pt x="0" y="478787"/>
                  </a:cubicBezTo>
                  <a:lnTo>
                    <a:pt x="0" y="479422"/>
                  </a:lnTo>
                  <a:cubicBezTo>
                    <a:pt x="127" y="508251"/>
                    <a:pt x="15113" y="536191"/>
                    <a:pt x="41783" y="551557"/>
                  </a:cubicBezTo>
                  <a:cubicBezTo>
                    <a:pt x="66802" y="566035"/>
                    <a:pt x="83566" y="593086"/>
                    <a:pt x="83566" y="623947"/>
                  </a:cubicBezTo>
                  <a:cubicBezTo>
                    <a:pt x="83566" y="670175"/>
                    <a:pt x="121031" y="707512"/>
                    <a:pt x="167132" y="707512"/>
                  </a:cubicBezTo>
                  <a:cubicBezTo>
                    <a:pt x="198120" y="707512"/>
                    <a:pt x="225044" y="724276"/>
                    <a:pt x="239522" y="749295"/>
                  </a:cubicBezTo>
                  <a:cubicBezTo>
                    <a:pt x="250444" y="768091"/>
                    <a:pt x="268351" y="782315"/>
                    <a:pt x="289814" y="788157"/>
                  </a:cubicBezTo>
                  <a:lnTo>
                    <a:pt x="334137" y="788157"/>
                  </a:lnTo>
                  <a:cubicBezTo>
                    <a:pt x="341376" y="786252"/>
                    <a:pt x="348107" y="783331"/>
                    <a:pt x="354330" y="779648"/>
                  </a:cubicBezTo>
                  <a:cubicBezTo>
                    <a:pt x="367284" y="772282"/>
                    <a:pt x="381508" y="768726"/>
                    <a:pt x="395478" y="768726"/>
                  </a:cubicBezTo>
                  <a:cubicBezTo>
                    <a:pt x="410210" y="768726"/>
                    <a:pt x="424688" y="772663"/>
                    <a:pt x="437388" y="779902"/>
                  </a:cubicBezTo>
                  <a:cubicBezTo>
                    <a:pt x="443738" y="783585"/>
                    <a:pt x="450342" y="786252"/>
                    <a:pt x="457200" y="788157"/>
                  </a:cubicBezTo>
                  <a:lnTo>
                    <a:pt x="501142" y="788157"/>
                  </a:lnTo>
                  <a:cubicBezTo>
                    <a:pt x="521716" y="782569"/>
                    <a:pt x="540131" y="769234"/>
                    <a:pt x="551561" y="749295"/>
                  </a:cubicBezTo>
                  <a:cubicBezTo>
                    <a:pt x="567055" y="722498"/>
                    <a:pt x="595122" y="707512"/>
                    <a:pt x="623951" y="707512"/>
                  </a:cubicBezTo>
                  <a:cubicBezTo>
                    <a:pt x="652780" y="707512"/>
                    <a:pt x="680847" y="692527"/>
                    <a:pt x="696341" y="665730"/>
                  </a:cubicBezTo>
                  <a:cubicBezTo>
                    <a:pt x="703961" y="652522"/>
                    <a:pt x="707517" y="638171"/>
                    <a:pt x="707517" y="623947"/>
                  </a:cubicBezTo>
                  <a:cubicBezTo>
                    <a:pt x="707517" y="596134"/>
                    <a:pt x="721487" y="568956"/>
                    <a:pt x="746506" y="553208"/>
                  </a:cubicBezTo>
                  <a:cubicBezTo>
                    <a:pt x="759968" y="546097"/>
                    <a:pt x="771779" y="535175"/>
                    <a:pt x="779907" y="521078"/>
                  </a:cubicBezTo>
                  <a:cubicBezTo>
                    <a:pt x="783590" y="514728"/>
                    <a:pt x="786257" y="508124"/>
                    <a:pt x="788162" y="501393"/>
                  </a:cubicBezTo>
                  <a:lnTo>
                    <a:pt x="788162" y="457197"/>
                  </a:lnTo>
                  <a:cubicBezTo>
                    <a:pt x="786257" y="450339"/>
                    <a:pt x="783463" y="443735"/>
                    <a:pt x="779907" y="437512"/>
                  </a:cubicBezTo>
                  <a:cubicBezTo>
                    <a:pt x="765556" y="412493"/>
                    <a:pt x="764413" y="380744"/>
                    <a:pt x="779907" y="353947"/>
                  </a:cubicBezTo>
                  <a:cubicBezTo>
                    <a:pt x="783590" y="347597"/>
                    <a:pt x="786257" y="341120"/>
                    <a:pt x="788162" y="334389"/>
                  </a:cubicBezTo>
                  <a:lnTo>
                    <a:pt x="788162" y="289939"/>
                  </a:lnTo>
                  <a:cubicBezTo>
                    <a:pt x="782574" y="269492"/>
                    <a:pt x="769112" y="251204"/>
                    <a:pt x="749300" y="239774"/>
                  </a:cubicBezTo>
                  <a:cubicBezTo>
                    <a:pt x="724535" y="225424"/>
                    <a:pt x="707771" y="198754"/>
                    <a:pt x="707517" y="168147"/>
                  </a:cubicBezTo>
                  <a:cubicBezTo>
                    <a:pt x="707644" y="153669"/>
                    <a:pt x="704088" y="139064"/>
                    <a:pt x="696341" y="125602"/>
                  </a:cubicBezTo>
                  <a:cubicBezTo>
                    <a:pt x="680847" y="98805"/>
                    <a:pt x="652780" y="83819"/>
                    <a:pt x="623951" y="83819"/>
                  </a:cubicBezTo>
                  <a:cubicBezTo>
                    <a:pt x="595122" y="83819"/>
                    <a:pt x="567055" y="68834"/>
                    <a:pt x="551561" y="42037"/>
                  </a:cubicBezTo>
                  <a:cubicBezTo>
                    <a:pt x="536067" y="15240"/>
                    <a:pt x="508127" y="0"/>
                    <a:pt x="479298" y="0"/>
                  </a:cubicBezTo>
                  <a:cubicBezTo>
                    <a:pt x="465074" y="0"/>
                    <a:pt x="450723" y="3556"/>
                    <a:pt x="437515" y="11176"/>
                  </a:cubicBezTo>
                  <a:cubicBezTo>
                    <a:pt x="424815" y="18542"/>
                    <a:pt x="410337" y="22352"/>
                    <a:pt x="395605" y="22352"/>
                  </a:cubicBezTo>
                  <a:cubicBezTo>
                    <a:pt x="381635" y="22352"/>
                    <a:pt x="367411" y="18796"/>
                    <a:pt x="354457" y="11430"/>
                  </a:cubicBezTo>
                  <a:cubicBezTo>
                    <a:pt x="342011" y="4191"/>
                    <a:pt x="327533" y="0"/>
                    <a:pt x="312166" y="0"/>
                  </a:cubicBezTo>
                  <a:close/>
                </a:path>
              </a:pathLst>
            </a:custGeom>
            <a:solidFill>
              <a:srgbClr val="7991BF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9136704" y="6245428"/>
            <a:ext cx="788327" cy="788279"/>
            <a:chOff x="0" y="0"/>
            <a:chExt cx="788327" cy="78827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88163" cy="788284"/>
            </a:xfrm>
            <a:custGeom>
              <a:avLst/>
              <a:gdLst/>
              <a:ahLst/>
              <a:cxnLst/>
              <a:rect l="l" t="t" r="r" b="b"/>
              <a:pathLst>
                <a:path w="788163" h="788284">
                  <a:moveTo>
                    <a:pt x="312166" y="0"/>
                  </a:moveTo>
                  <a:cubicBezTo>
                    <a:pt x="281178" y="0"/>
                    <a:pt x="254254" y="16764"/>
                    <a:pt x="239776" y="41783"/>
                  </a:cubicBezTo>
                  <a:cubicBezTo>
                    <a:pt x="225298" y="66802"/>
                    <a:pt x="198247" y="83565"/>
                    <a:pt x="167386" y="83565"/>
                  </a:cubicBezTo>
                  <a:cubicBezTo>
                    <a:pt x="121158" y="83565"/>
                    <a:pt x="83820" y="121030"/>
                    <a:pt x="83820" y="167131"/>
                  </a:cubicBezTo>
                  <a:cubicBezTo>
                    <a:pt x="83820" y="195833"/>
                    <a:pt x="69088" y="223646"/>
                    <a:pt x="42672" y="239139"/>
                  </a:cubicBezTo>
                  <a:cubicBezTo>
                    <a:pt x="30099" y="246251"/>
                    <a:pt x="19177" y="256665"/>
                    <a:pt x="11430" y="270127"/>
                  </a:cubicBezTo>
                  <a:cubicBezTo>
                    <a:pt x="-4064" y="296924"/>
                    <a:pt x="-3048" y="328674"/>
                    <a:pt x="11430" y="353693"/>
                  </a:cubicBezTo>
                  <a:cubicBezTo>
                    <a:pt x="25781" y="378712"/>
                    <a:pt x="26924" y="410461"/>
                    <a:pt x="11430" y="437258"/>
                  </a:cubicBezTo>
                  <a:cubicBezTo>
                    <a:pt x="3683" y="450466"/>
                    <a:pt x="0" y="464817"/>
                    <a:pt x="0" y="478914"/>
                  </a:cubicBezTo>
                  <a:lnTo>
                    <a:pt x="0" y="479422"/>
                  </a:lnTo>
                  <a:cubicBezTo>
                    <a:pt x="127" y="508251"/>
                    <a:pt x="15113" y="536191"/>
                    <a:pt x="41783" y="551684"/>
                  </a:cubicBezTo>
                  <a:cubicBezTo>
                    <a:pt x="66802" y="566162"/>
                    <a:pt x="83566" y="593213"/>
                    <a:pt x="83566" y="624074"/>
                  </a:cubicBezTo>
                  <a:cubicBezTo>
                    <a:pt x="83566" y="670302"/>
                    <a:pt x="121031" y="707639"/>
                    <a:pt x="167132" y="707639"/>
                  </a:cubicBezTo>
                  <a:cubicBezTo>
                    <a:pt x="198120" y="707639"/>
                    <a:pt x="225044" y="724403"/>
                    <a:pt x="239522" y="749422"/>
                  </a:cubicBezTo>
                  <a:cubicBezTo>
                    <a:pt x="250444" y="768218"/>
                    <a:pt x="268351" y="782442"/>
                    <a:pt x="289814" y="788284"/>
                  </a:cubicBezTo>
                  <a:lnTo>
                    <a:pt x="334137" y="788284"/>
                  </a:lnTo>
                  <a:cubicBezTo>
                    <a:pt x="341376" y="786379"/>
                    <a:pt x="348107" y="783458"/>
                    <a:pt x="354330" y="779775"/>
                  </a:cubicBezTo>
                  <a:cubicBezTo>
                    <a:pt x="367284" y="772409"/>
                    <a:pt x="381508" y="768853"/>
                    <a:pt x="395478" y="768853"/>
                  </a:cubicBezTo>
                  <a:cubicBezTo>
                    <a:pt x="410210" y="768853"/>
                    <a:pt x="424688" y="772790"/>
                    <a:pt x="437388" y="780029"/>
                  </a:cubicBezTo>
                  <a:cubicBezTo>
                    <a:pt x="443738" y="783712"/>
                    <a:pt x="450342" y="786379"/>
                    <a:pt x="457200" y="788284"/>
                  </a:cubicBezTo>
                  <a:lnTo>
                    <a:pt x="501143" y="788284"/>
                  </a:lnTo>
                  <a:cubicBezTo>
                    <a:pt x="521717" y="782696"/>
                    <a:pt x="540132" y="769361"/>
                    <a:pt x="551562" y="749422"/>
                  </a:cubicBezTo>
                  <a:cubicBezTo>
                    <a:pt x="567056" y="722625"/>
                    <a:pt x="595123" y="707639"/>
                    <a:pt x="623952" y="707639"/>
                  </a:cubicBezTo>
                  <a:cubicBezTo>
                    <a:pt x="652781" y="707639"/>
                    <a:pt x="680848" y="692654"/>
                    <a:pt x="696342" y="665857"/>
                  </a:cubicBezTo>
                  <a:cubicBezTo>
                    <a:pt x="703962" y="652649"/>
                    <a:pt x="707518" y="638298"/>
                    <a:pt x="707518" y="624074"/>
                  </a:cubicBezTo>
                  <a:cubicBezTo>
                    <a:pt x="707518" y="596261"/>
                    <a:pt x="721488" y="569083"/>
                    <a:pt x="746507" y="553335"/>
                  </a:cubicBezTo>
                  <a:cubicBezTo>
                    <a:pt x="759969" y="546223"/>
                    <a:pt x="771780" y="535302"/>
                    <a:pt x="779908" y="521205"/>
                  </a:cubicBezTo>
                  <a:cubicBezTo>
                    <a:pt x="783591" y="514855"/>
                    <a:pt x="786258" y="508251"/>
                    <a:pt x="788163" y="501520"/>
                  </a:cubicBezTo>
                  <a:lnTo>
                    <a:pt x="788163" y="457197"/>
                  </a:lnTo>
                  <a:cubicBezTo>
                    <a:pt x="786258" y="450339"/>
                    <a:pt x="783464" y="443735"/>
                    <a:pt x="779908" y="437512"/>
                  </a:cubicBezTo>
                  <a:cubicBezTo>
                    <a:pt x="765557" y="412493"/>
                    <a:pt x="764414" y="380744"/>
                    <a:pt x="779908" y="353947"/>
                  </a:cubicBezTo>
                  <a:cubicBezTo>
                    <a:pt x="783591" y="347597"/>
                    <a:pt x="786258" y="341120"/>
                    <a:pt x="788163" y="334389"/>
                  </a:cubicBezTo>
                  <a:lnTo>
                    <a:pt x="788163" y="289939"/>
                  </a:lnTo>
                  <a:cubicBezTo>
                    <a:pt x="782575" y="269492"/>
                    <a:pt x="769113" y="251204"/>
                    <a:pt x="749301" y="239774"/>
                  </a:cubicBezTo>
                  <a:cubicBezTo>
                    <a:pt x="724536" y="225424"/>
                    <a:pt x="707772" y="198754"/>
                    <a:pt x="707518" y="168147"/>
                  </a:cubicBezTo>
                  <a:cubicBezTo>
                    <a:pt x="707645" y="153669"/>
                    <a:pt x="704089" y="139064"/>
                    <a:pt x="696342" y="125602"/>
                  </a:cubicBezTo>
                  <a:cubicBezTo>
                    <a:pt x="680848" y="98805"/>
                    <a:pt x="652781" y="83819"/>
                    <a:pt x="623952" y="83819"/>
                  </a:cubicBezTo>
                  <a:cubicBezTo>
                    <a:pt x="595123" y="83819"/>
                    <a:pt x="567056" y="68834"/>
                    <a:pt x="551562" y="42037"/>
                  </a:cubicBezTo>
                  <a:cubicBezTo>
                    <a:pt x="536068" y="15240"/>
                    <a:pt x="508128" y="0"/>
                    <a:pt x="479299" y="0"/>
                  </a:cubicBezTo>
                  <a:cubicBezTo>
                    <a:pt x="465075" y="0"/>
                    <a:pt x="450723" y="3556"/>
                    <a:pt x="437515" y="11176"/>
                  </a:cubicBezTo>
                  <a:cubicBezTo>
                    <a:pt x="424815" y="18542"/>
                    <a:pt x="410337" y="22352"/>
                    <a:pt x="395605" y="22352"/>
                  </a:cubicBezTo>
                  <a:cubicBezTo>
                    <a:pt x="381635" y="22352"/>
                    <a:pt x="367411" y="18796"/>
                    <a:pt x="354457" y="11430"/>
                  </a:cubicBezTo>
                  <a:cubicBezTo>
                    <a:pt x="342011" y="4191"/>
                    <a:pt x="327533" y="0"/>
                    <a:pt x="312166" y="0"/>
                  </a:cubicBezTo>
                  <a:close/>
                </a:path>
              </a:pathLst>
            </a:custGeom>
            <a:solidFill>
              <a:srgbClr val="7991BF"/>
            </a:solidFill>
          </p:spPr>
        </p:sp>
      </p:grpSp>
      <p:sp>
        <p:nvSpPr>
          <p:cNvPr id="37" name="Freeform 37"/>
          <p:cNvSpPr/>
          <p:nvPr/>
        </p:nvSpPr>
        <p:spPr>
          <a:xfrm>
            <a:off x="7553716" y="2285952"/>
            <a:ext cx="4489447" cy="3367059"/>
          </a:xfrm>
          <a:custGeom>
            <a:avLst/>
            <a:gdLst/>
            <a:ahLst/>
            <a:cxnLst/>
            <a:rect l="l" t="t" r="r" b="b"/>
            <a:pathLst>
              <a:path w="4489447" h="3367059">
                <a:moveTo>
                  <a:pt x="0" y="0"/>
                </a:moveTo>
                <a:lnTo>
                  <a:pt x="4489446" y="0"/>
                </a:lnTo>
                <a:lnTo>
                  <a:pt x="4489446" y="3367059"/>
                </a:lnTo>
                <a:lnTo>
                  <a:pt x="0" y="33670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8" name="Group 38"/>
          <p:cNvGrpSpPr/>
          <p:nvPr/>
        </p:nvGrpSpPr>
        <p:grpSpPr>
          <a:xfrm>
            <a:off x="16340004" y="6474981"/>
            <a:ext cx="788327" cy="788279"/>
            <a:chOff x="0" y="0"/>
            <a:chExt cx="788327" cy="788276"/>
          </a:xfrm>
        </p:grpSpPr>
        <p:sp>
          <p:nvSpPr>
            <p:cNvPr id="39" name="Freeform 39"/>
            <p:cNvSpPr/>
            <p:nvPr/>
          </p:nvSpPr>
          <p:spPr>
            <a:xfrm>
              <a:off x="187" y="0"/>
              <a:ext cx="788229" cy="788030"/>
            </a:xfrm>
            <a:custGeom>
              <a:avLst/>
              <a:gdLst/>
              <a:ahLst/>
              <a:cxnLst/>
              <a:rect l="l" t="t" r="r" b="b"/>
              <a:pathLst>
                <a:path w="788229" h="788030">
                  <a:moveTo>
                    <a:pt x="311979" y="0"/>
                  </a:moveTo>
                  <a:cubicBezTo>
                    <a:pt x="280991" y="0"/>
                    <a:pt x="254067" y="16764"/>
                    <a:pt x="239589" y="41783"/>
                  </a:cubicBezTo>
                  <a:cubicBezTo>
                    <a:pt x="225111" y="66802"/>
                    <a:pt x="198060" y="83565"/>
                    <a:pt x="167199" y="83565"/>
                  </a:cubicBezTo>
                  <a:cubicBezTo>
                    <a:pt x="120971" y="83565"/>
                    <a:pt x="83633" y="121030"/>
                    <a:pt x="83633" y="167131"/>
                  </a:cubicBezTo>
                  <a:cubicBezTo>
                    <a:pt x="83633" y="195833"/>
                    <a:pt x="68901" y="223646"/>
                    <a:pt x="42485" y="239139"/>
                  </a:cubicBezTo>
                  <a:cubicBezTo>
                    <a:pt x="29912" y="246251"/>
                    <a:pt x="18990" y="256665"/>
                    <a:pt x="11243" y="270127"/>
                  </a:cubicBezTo>
                  <a:cubicBezTo>
                    <a:pt x="-4251" y="296924"/>
                    <a:pt x="-3235" y="328674"/>
                    <a:pt x="11243" y="353693"/>
                  </a:cubicBezTo>
                  <a:cubicBezTo>
                    <a:pt x="25594" y="378712"/>
                    <a:pt x="26737" y="410461"/>
                    <a:pt x="11243" y="437258"/>
                  </a:cubicBezTo>
                  <a:cubicBezTo>
                    <a:pt x="-11871" y="477263"/>
                    <a:pt x="1845" y="528317"/>
                    <a:pt x="41850" y="551430"/>
                  </a:cubicBezTo>
                  <a:cubicBezTo>
                    <a:pt x="66869" y="565908"/>
                    <a:pt x="83633" y="592959"/>
                    <a:pt x="83633" y="623820"/>
                  </a:cubicBezTo>
                  <a:cubicBezTo>
                    <a:pt x="83633" y="670048"/>
                    <a:pt x="121098" y="707386"/>
                    <a:pt x="167199" y="707386"/>
                  </a:cubicBezTo>
                  <a:cubicBezTo>
                    <a:pt x="198187" y="707386"/>
                    <a:pt x="225111" y="724149"/>
                    <a:pt x="239589" y="749168"/>
                  </a:cubicBezTo>
                  <a:cubicBezTo>
                    <a:pt x="250511" y="767964"/>
                    <a:pt x="268418" y="782188"/>
                    <a:pt x="289881" y="788030"/>
                  </a:cubicBezTo>
                  <a:lnTo>
                    <a:pt x="334204" y="788030"/>
                  </a:lnTo>
                  <a:cubicBezTo>
                    <a:pt x="341443" y="786125"/>
                    <a:pt x="348174" y="783204"/>
                    <a:pt x="354397" y="779521"/>
                  </a:cubicBezTo>
                  <a:cubicBezTo>
                    <a:pt x="367351" y="772155"/>
                    <a:pt x="381575" y="768599"/>
                    <a:pt x="395545" y="768599"/>
                  </a:cubicBezTo>
                  <a:cubicBezTo>
                    <a:pt x="410277" y="768599"/>
                    <a:pt x="424755" y="772536"/>
                    <a:pt x="437455" y="779775"/>
                  </a:cubicBezTo>
                  <a:cubicBezTo>
                    <a:pt x="443805" y="783458"/>
                    <a:pt x="450409" y="786125"/>
                    <a:pt x="457267" y="788030"/>
                  </a:cubicBezTo>
                  <a:lnTo>
                    <a:pt x="501209" y="788030"/>
                  </a:lnTo>
                  <a:cubicBezTo>
                    <a:pt x="521784" y="782442"/>
                    <a:pt x="540199" y="769107"/>
                    <a:pt x="551629" y="749168"/>
                  </a:cubicBezTo>
                  <a:cubicBezTo>
                    <a:pt x="567123" y="722371"/>
                    <a:pt x="595190" y="707386"/>
                    <a:pt x="624019" y="707386"/>
                  </a:cubicBezTo>
                  <a:cubicBezTo>
                    <a:pt x="652848" y="707386"/>
                    <a:pt x="680915" y="692400"/>
                    <a:pt x="696409" y="665603"/>
                  </a:cubicBezTo>
                  <a:cubicBezTo>
                    <a:pt x="704029" y="652395"/>
                    <a:pt x="707585" y="638044"/>
                    <a:pt x="707585" y="623820"/>
                  </a:cubicBezTo>
                  <a:cubicBezTo>
                    <a:pt x="707585" y="596007"/>
                    <a:pt x="721555" y="568829"/>
                    <a:pt x="746574" y="553081"/>
                  </a:cubicBezTo>
                  <a:cubicBezTo>
                    <a:pt x="760036" y="545969"/>
                    <a:pt x="771720" y="535048"/>
                    <a:pt x="779975" y="520951"/>
                  </a:cubicBezTo>
                  <a:cubicBezTo>
                    <a:pt x="783658" y="514601"/>
                    <a:pt x="786325" y="507997"/>
                    <a:pt x="788230" y="501266"/>
                  </a:cubicBezTo>
                  <a:lnTo>
                    <a:pt x="788230" y="457197"/>
                  </a:lnTo>
                  <a:cubicBezTo>
                    <a:pt x="786325" y="450339"/>
                    <a:pt x="783531" y="443735"/>
                    <a:pt x="779975" y="437512"/>
                  </a:cubicBezTo>
                  <a:cubicBezTo>
                    <a:pt x="765624" y="412493"/>
                    <a:pt x="764481" y="380744"/>
                    <a:pt x="779975" y="353947"/>
                  </a:cubicBezTo>
                  <a:cubicBezTo>
                    <a:pt x="783658" y="347597"/>
                    <a:pt x="786325" y="341120"/>
                    <a:pt x="788230" y="334389"/>
                  </a:cubicBezTo>
                  <a:lnTo>
                    <a:pt x="788230" y="289939"/>
                  </a:lnTo>
                  <a:cubicBezTo>
                    <a:pt x="782642" y="269492"/>
                    <a:pt x="769180" y="251204"/>
                    <a:pt x="749368" y="239774"/>
                  </a:cubicBezTo>
                  <a:cubicBezTo>
                    <a:pt x="724603" y="225424"/>
                    <a:pt x="707839" y="198754"/>
                    <a:pt x="707585" y="168147"/>
                  </a:cubicBezTo>
                  <a:cubicBezTo>
                    <a:pt x="707712" y="153669"/>
                    <a:pt x="704156" y="139064"/>
                    <a:pt x="696409" y="125602"/>
                  </a:cubicBezTo>
                  <a:cubicBezTo>
                    <a:pt x="680915" y="98805"/>
                    <a:pt x="652848" y="83819"/>
                    <a:pt x="624019" y="83819"/>
                  </a:cubicBezTo>
                  <a:cubicBezTo>
                    <a:pt x="595190" y="83819"/>
                    <a:pt x="567123" y="68834"/>
                    <a:pt x="551629" y="42037"/>
                  </a:cubicBezTo>
                  <a:cubicBezTo>
                    <a:pt x="536135" y="15240"/>
                    <a:pt x="507940" y="0"/>
                    <a:pt x="479112" y="0"/>
                  </a:cubicBezTo>
                  <a:cubicBezTo>
                    <a:pt x="464888" y="0"/>
                    <a:pt x="450536" y="3556"/>
                    <a:pt x="437328" y="11176"/>
                  </a:cubicBezTo>
                  <a:cubicBezTo>
                    <a:pt x="424628" y="18542"/>
                    <a:pt x="410150" y="22352"/>
                    <a:pt x="395418" y="22352"/>
                  </a:cubicBezTo>
                  <a:cubicBezTo>
                    <a:pt x="381448" y="22352"/>
                    <a:pt x="367224" y="18796"/>
                    <a:pt x="354270" y="11430"/>
                  </a:cubicBezTo>
                  <a:cubicBezTo>
                    <a:pt x="341824" y="4191"/>
                    <a:pt x="327346" y="0"/>
                    <a:pt x="311979" y="0"/>
                  </a:cubicBezTo>
                  <a:close/>
                </a:path>
              </a:pathLst>
            </a:custGeom>
            <a:solidFill>
              <a:srgbClr val="7991B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2664945" y="372532"/>
            <a:ext cx="1657350" cy="2028825"/>
            <a:chOff x="0" y="0"/>
            <a:chExt cx="2209800" cy="27051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209800" cy="2705100"/>
            </a:xfrm>
            <a:custGeom>
              <a:avLst/>
              <a:gdLst/>
              <a:ahLst/>
              <a:cxnLst/>
              <a:rect l="l" t="t" r="r" b="b"/>
              <a:pathLst>
                <a:path w="2209800" h="2705100">
                  <a:moveTo>
                    <a:pt x="0" y="0"/>
                  </a:moveTo>
                  <a:lnTo>
                    <a:pt x="2209800" y="0"/>
                  </a:lnTo>
                  <a:lnTo>
                    <a:pt x="2209800" y="2705100"/>
                  </a:lnTo>
                  <a:lnTo>
                    <a:pt x="0" y="270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42" name="Freeform 42"/>
          <p:cNvSpPr/>
          <p:nvPr/>
        </p:nvSpPr>
        <p:spPr>
          <a:xfrm>
            <a:off x="12720266" y="2652512"/>
            <a:ext cx="2501370" cy="1793491"/>
          </a:xfrm>
          <a:custGeom>
            <a:avLst/>
            <a:gdLst/>
            <a:ahLst/>
            <a:cxnLst/>
            <a:rect l="l" t="t" r="r" b="b"/>
            <a:pathLst>
              <a:path w="2501370" h="1793491">
                <a:moveTo>
                  <a:pt x="0" y="0"/>
                </a:moveTo>
                <a:lnTo>
                  <a:pt x="2501370" y="0"/>
                </a:lnTo>
                <a:lnTo>
                  <a:pt x="2501370" y="1793491"/>
                </a:lnTo>
                <a:lnTo>
                  <a:pt x="0" y="179349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43" name="Group 43"/>
          <p:cNvGrpSpPr/>
          <p:nvPr/>
        </p:nvGrpSpPr>
        <p:grpSpPr>
          <a:xfrm>
            <a:off x="5696341" y="411861"/>
            <a:ext cx="2466975" cy="1628775"/>
            <a:chOff x="0" y="0"/>
            <a:chExt cx="3289300" cy="21717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289300" cy="2171700"/>
            </a:xfrm>
            <a:custGeom>
              <a:avLst/>
              <a:gdLst/>
              <a:ahLst/>
              <a:cxnLst/>
              <a:rect l="l" t="t" r="r" b="b"/>
              <a:pathLst>
                <a:path w="3289300" h="2171700">
                  <a:moveTo>
                    <a:pt x="0" y="0"/>
                  </a:moveTo>
                  <a:lnTo>
                    <a:pt x="3289300" y="0"/>
                  </a:lnTo>
                  <a:lnTo>
                    <a:pt x="3289300" y="2171700"/>
                  </a:lnTo>
                  <a:lnTo>
                    <a:pt x="0" y="217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4137565" y="2404405"/>
            <a:ext cx="2047875" cy="2143125"/>
            <a:chOff x="0" y="0"/>
            <a:chExt cx="2730500" cy="28575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730500" cy="2857500"/>
            </a:xfrm>
            <a:custGeom>
              <a:avLst/>
              <a:gdLst/>
              <a:ahLst/>
              <a:cxnLst/>
              <a:rect l="l" t="t" r="r" b="b"/>
              <a:pathLst>
                <a:path w="2730500" h="2857500">
                  <a:moveTo>
                    <a:pt x="0" y="0"/>
                  </a:moveTo>
                  <a:lnTo>
                    <a:pt x="2730500" y="0"/>
                  </a:lnTo>
                  <a:lnTo>
                    <a:pt x="2730500" y="2857500"/>
                  </a:lnTo>
                  <a:lnTo>
                    <a:pt x="0" y="285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47" name="Freeform 47"/>
          <p:cNvSpPr/>
          <p:nvPr/>
        </p:nvSpPr>
        <p:spPr>
          <a:xfrm>
            <a:off x="6178991" y="3903364"/>
            <a:ext cx="1448667" cy="840505"/>
          </a:xfrm>
          <a:custGeom>
            <a:avLst/>
            <a:gdLst/>
            <a:ahLst/>
            <a:cxnLst/>
            <a:rect l="l" t="t" r="r" b="b"/>
            <a:pathLst>
              <a:path w="1448667" h="840505">
                <a:moveTo>
                  <a:pt x="0" y="0"/>
                </a:moveTo>
                <a:lnTo>
                  <a:pt x="1448667" y="0"/>
                </a:lnTo>
                <a:lnTo>
                  <a:pt x="1448667" y="840505"/>
                </a:lnTo>
                <a:lnTo>
                  <a:pt x="0" y="8405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48" name="Group 48"/>
          <p:cNvGrpSpPr/>
          <p:nvPr/>
        </p:nvGrpSpPr>
        <p:grpSpPr>
          <a:xfrm>
            <a:off x="7684094" y="1984705"/>
            <a:ext cx="755447" cy="923106"/>
            <a:chOff x="0" y="0"/>
            <a:chExt cx="755447" cy="923100"/>
          </a:xfrm>
        </p:grpSpPr>
        <p:sp>
          <p:nvSpPr>
            <p:cNvPr id="49" name="Freeform 49"/>
            <p:cNvSpPr/>
            <p:nvPr/>
          </p:nvSpPr>
          <p:spPr>
            <a:xfrm>
              <a:off x="120142" y="138556"/>
              <a:ext cx="571752" cy="721101"/>
            </a:xfrm>
            <a:custGeom>
              <a:avLst/>
              <a:gdLst/>
              <a:ahLst/>
              <a:cxnLst/>
              <a:rect l="l" t="t" r="r" b="b"/>
              <a:pathLst>
                <a:path w="571752" h="721101">
                  <a:moveTo>
                    <a:pt x="541653" y="721102"/>
                  </a:moveTo>
                  <a:lnTo>
                    <a:pt x="0" y="23368"/>
                  </a:lnTo>
                  <a:lnTo>
                    <a:pt x="30099" y="0"/>
                  </a:lnTo>
                  <a:lnTo>
                    <a:pt x="571752" y="69773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82550" y="82549"/>
              <a:ext cx="91821" cy="95249"/>
            </a:xfrm>
            <a:custGeom>
              <a:avLst/>
              <a:gdLst/>
              <a:ahLst/>
              <a:cxnLst/>
              <a:rect l="l" t="t" r="r" b="b"/>
              <a:pathLst>
                <a:path w="91821" h="95249">
                  <a:moveTo>
                    <a:pt x="1651" y="95250"/>
                  </a:moveTo>
                  <a:lnTo>
                    <a:pt x="0" y="0"/>
                  </a:lnTo>
                  <a:lnTo>
                    <a:pt x="91821" y="25146"/>
                  </a:lnTo>
                  <a:lnTo>
                    <a:pt x="1651" y="952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63496" y="63550"/>
              <a:ext cx="130082" cy="133231"/>
            </a:xfrm>
            <a:custGeom>
              <a:avLst/>
              <a:gdLst/>
              <a:ahLst/>
              <a:cxnLst/>
              <a:rect l="l" t="t" r="r" b="b"/>
              <a:pathLst>
                <a:path w="130082" h="133231">
                  <a:moveTo>
                    <a:pt x="1655" y="114503"/>
                  </a:moveTo>
                  <a:lnTo>
                    <a:pt x="4" y="19380"/>
                  </a:lnTo>
                  <a:cubicBezTo>
                    <a:pt x="-123" y="13412"/>
                    <a:pt x="2671" y="7697"/>
                    <a:pt x="7370" y="4014"/>
                  </a:cubicBezTo>
                  <a:cubicBezTo>
                    <a:pt x="12069" y="331"/>
                    <a:pt x="18292" y="-939"/>
                    <a:pt x="24134" y="712"/>
                  </a:cubicBezTo>
                  <a:lnTo>
                    <a:pt x="115954" y="25857"/>
                  </a:lnTo>
                  <a:cubicBezTo>
                    <a:pt x="122939" y="27762"/>
                    <a:pt x="128146" y="33477"/>
                    <a:pt x="129670" y="40462"/>
                  </a:cubicBezTo>
                  <a:cubicBezTo>
                    <a:pt x="131194" y="47447"/>
                    <a:pt x="128400" y="54813"/>
                    <a:pt x="122685" y="59258"/>
                  </a:cubicBezTo>
                  <a:lnTo>
                    <a:pt x="32389" y="129235"/>
                  </a:lnTo>
                  <a:cubicBezTo>
                    <a:pt x="26674" y="133680"/>
                    <a:pt x="18927" y="134442"/>
                    <a:pt x="12450" y="131394"/>
                  </a:cubicBezTo>
                  <a:cubicBezTo>
                    <a:pt x="5973" y="128346"/>
                    <a:pt x="1782" y="121742"/>
                    <a:pt x="1655" y="114503"/>
                  </a:cubicBezTo>
                  <a:moveTo>
                    <a:pt x="39755" y="113868"/>
                  </a:moveTo>
                  <a:lnTo>
                    <a:pt x="20705" y="114249"/>
                  </a:lnTo>
                  <a:lnTo>
                    <a:pt x="9021" y="99263"/>
                  </a:lnTo>
                  <a:lnTo>
                    <a:pt x="99318" y="29159"/>
                  </a:lnTo>
                  <a:lnTo>
                    <a:pt x="111002" y="44145"/>
                  </a:lnTo>
                  <a:lnTo>
                    <a:pt x="105922" y="62560"/>
                  </a:lnTo>
                  <a:lnTo>
                    <a:pt x="13974" y="37414"/>
                  </a:lnTo>
                  <a:lnTo>
                    <a:pt x="19054" y="18999"/>
                  </a:lnTo>
                  <a:lnTo>
                    <a:pt x="38104" y="18618"/>
                  </a:lnTo>
                  <a:lnTo>
                    <a:pt x="39755" y="11386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1665315" y="1984619"/>
            <a:ext cx="993677" cy="1276474"/>
            <a:chOff x="0" y="0"/>
            <a:chExt cx="993673" cy="1276477"/>
          </a:xfrm>
        </p:grpSpPr>
        <p:sp>
          <p:nvSpPr>
            <p:cNvPr id="53" name="Freeform 53"/>
            <p:cNvSpPr/>
            <p:nvPr/>
          </p:nvSpPr>
          <p:spPr>
            <a:xfrm>
              <a:off x="63500" y="139954"/>
              <a:ext cx="811402" cy="1073024"/>
            </a:xfrm>
            <a:custGeom>
              <a:avLst/>
              <a:gdLst/>
              <a:ahLst/>
              <a:cxnLst/>
              <a:rect l="l" t="t" r="r" b="b"/>
              <a:pathLst>
                <a:path w="811402" h="1073024">
                  <a:moveTo>
                    <a:pt x="0" y="1050291"/>
                  </a:moveTo>
                  <a:lnTo>
                    <a:pt x="780795" y="0"/>
                  </a:lnTo>
                  <a:lnTo>
                    <a:pt x="811402" y="22733"/>
                  </a:lnTo>
                  <a:lnTo>
                    <a:pt x="30607" y="107302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819403" y="82550"/>
              <a:ext cx="91694" cy="95250"/>
            </a:xfrm>
            <a:custGeom>
              <a:avLst/>
              <a:gdLst/>
              <a:ahLst/>
              <a:cxnLst/>
              <a:rect l="l" t="t" r="r" b="b"/>
              <a:pathLst>
                <a:path w="91694" h="95250">
                  <a:moveTo>
                    <a:pt x="0" y="27051"/>
                  </a:moveTo>
                  <a:lnTo>
                    <a:pt x="91313" y="0"/>
                  </a:lnTo>
                  <a:lnTo>
                    <a:pt x="91694" y="95250"/>
                  </a:lnTo>
                  <a:lnTo>
                    <a:pt x="0" y="2705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800306" y="63492"/>
              <a:ext cx="129842" cy="133374"/>
            </a:xfrm>
            <a:custGeom>
              <a:avLst/>
              <a:gdLst/>
              <a:ahLst/>
              <a:cxnLst/>
              <a:rect l="l" t="t" r="r" b="b"/>
              <a:pathLst>
                <a:path w="129842" h="133374">
                  <a:moveTo>
                    <a:pt x="13636" y="27821"/>
                  </a:moveTo>
                  <a:lnTo>
                    <a:pt x="104949" y="770"/>
                  </a:lnTo>
                  <a:cubicBezTo>
                    <a:pt x="110664" y="-881"/>
                    <a:pt x="116887" y="135"/>
                    <a:pt x="121713" y="3691"/>
                  </a:cubicBezTo>
                  <a:cubicBezTo>
                    <a:pt x="126539" y="7247"/>
                    <a:pt x="129333" y="12962"/>
                    <a:pt x="129460" y="18931"/>
                  </a:cubicBezTo>
                  <a:lnTo>
                    <a:pt x="129841" y="114181"/>
                  </a:lnTo>
                  <a:cubicBezTo>
                    <a:pt x="129841" y="121420"/>
                    <a:pt x="125777" y="128024"/>
                    <a:pt x="119427" y="131326"/>
                  </a:cubicBezTo>
                  <a:cubicBezTo>
                    <a:pt x="113077" y="134628"/>
                    <a:pt x="105203" y="133866"/>
                    <a:pt x="99488" y="129548"/>
                  </a:cubicBezTo>
                  <a:lnTo>
                    <a:pt x="7667" y="61349"/>
                  </a:lnTo>
                  <a:cubicBezTo>
                    <a:pt x="1825" y="57031"/>
                    <a:pt x="-969" y="49792"/>
                    <a:pt x="301" y="42680"/>
                  </a:cubicBezTo>
                  <a:cubicBezTo>
                    <a:pt x="1571" y="35568"/>
                    <a:pt x="6778" y="29853"/>
                    <a:pt x="13636" y="27694"/>
                  </a:cubicBezTo>
                  <a:moveTo>
                    <a:pt x="24431" y="64270"/>
                  </a:moveTo>
                  <a:lnTo>
                    <a:pt x="18970" y="45982"/>
                  </a:lnTo>
                  <a:lnTo>
                    <a:pt x="30273" y="30742"/>
                  </a:lnTo>
                  <a:lnTo>
                    <a:pt x="121967" y="98941"/>
                  </a:lnTo>
                  <a:lnTo>
                    <a:pt x="110664" y="114181"/>
                  </a:lnTo>
                  <a:lnTo>
                    <a:pt x="91614" y="114308"/>
                  </a:lnTo>
                  <a:lnTo>
                    <a:pt x="91233" y="19058"/>
                  </a:lnTo>
                  <a:lnTo>
                    <a:pt x="110283" y="18931"/>
                  </a:lnTo>
                  <a:lnTo>
                    <a:pt x="115744" y="37219"/>
                  </a:lnTo>
                  <a:lnTo>
                    <a:pt x="24431" y="6427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1907669" y="4059584"/>
            <a:ext cx="946928" cy="728577"/>
            <a:chOff x="0" y="0"/>
            <a:chExt cx="946925" cy="728574"/>
          </a:xfrm>
        </p:grpSpPr>
        <p:sp>
          <p:nvSpPr>
            <p:cNvPr id="57" name="Freeform 57"/>
            <p:cNvSpPr/>
            <p:nvPr/>
          </p:nvSpPr>
          <p:spPr>
            <a:xfrm>
              <a:off x="63500" y="119125"/>
              <a:ext cx="742313" cy="545969"/>
            </a:xfrm>
            <a:custGeom>
              <a:avLst/>
              <a:gdLst/>
              <a:ahLst/>
              <a:cxnLst/>
              <a:rect l="l" t="t" r="r" b="b"/>
              <a:pathLst>
                <a:path w="742313" h="545969">
                  <a:moveTo>
                    <a:pt x="0" y="514981"/>
                  </a:moveTo>
                  <a:lnTo>
                    <a:pt x="720088" y="0"/>
                  </a:lnTo>
                  <a:lnTo>
                    <a:pt x="742313" y="30988"/>
                  </a:lnTo>
                  <a:lnTo>
                    <a:pt x="22225" y="54596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769110" y="82549"/>
              <a:ext cx="95250" cy="92963"/>
            </a:xfrm>
            <a:custGeom>
              <a:avLst/>
              <a:gdLst/>
              <a:ahLst/>
              <a:cxnLst/>
              <a:rect l="l" t="t" r="r" b="b"/>
              <a:pathLst>
                <a:path w="95250" h="92963">
                  <a:moveTo>
                    <a:pt x="0" y="0"/>
                  </a:moveTo>
                  <a:lnTo>
                    <a:pt x="95250" y="2159"/>
                  </a:lnTo>
                  <a:lnTo>
                    <a:pt x="66548" y="92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750063" y="63497"/>
              <a:ext cx="133474" cy="131177"/>
            </a:xfrm>
            <a:custGeom>
              <a:avLst/>
              <a:gdLst/>
              <a:ahLst/>
              <a:cxnLst/>
              <a:rect l="l" t="t" r="r" b="b"/>
              <a:pathLst>
                <a:path w="133474" h="131177">
                  <a:moveTo>
                    <a:pt x="19555" y="3"/>
                  </a:moveTo>
                  <a:lnTo>
                    <a:pt x="114805" y="2162"/>
                  </a:lnTo>
                  <a:cubicBezTo>
                    <a:pt x="120774" y="2289"/>
                    <a:pt x="126362" y="5210"/>
                    <a:pt x="129918" y="10162"/>
                  </a:cubicBezTo>
                  <a:cubicBezTo>
                    <a:pt x="133474" y="15115"/>
                    <a:pt x="134363" y="21211"/>
                    <a:pt x="132585" y="27053"/>
                  </a:cubicBezTo>
                  <a:lnTo>
                    <a:pt x="103883" y="117858"/>
                  </a:lnTo>
                  <a:cubicBezTo>
                    <a:pt x="101724" y="124716"/>
                    <a:pt x="95882" y="129796"/>
                    <a:pt x="88643" y="130939"/>
                  </a:cubicBezTo>
                  <a:cubicBezTo>
                    <a:pt x="81404" y="132082"/>
                    <a:pt x="74419" y="129034"/>
                    <a:pt x="70228" y="123192"/>
                  </a:cubicBezTo>
                  <a:lnTo>
                    <a:pt x="3553" y="30101"/>
                  </a:lnTo>
                  <a:cubicBezTo>
                    <a:pt x="-638" y="24259"/>
                    <a:pt x="-1146" y="16512"/>
                    <a:pt x="2156" y="10162"/>
                  </a:cubicBezTo>
                  <a:cubicBezTo>
                    <a:pt x="5458" y="3813"/>
                    <a:pt x="12189" y="-124"/>
                    <a:pt x="19428" y="3"/>
                  </a:cubicBezTo>
                  <a:moveTo>
                    <a:pt x="18539" y="38102"/>
                  </a:moveTo>
                  <a:lnTo>
                    <a:pt x="18920" y="19052"/>
                  </a:lnTo>
                  <a:lnTo>
                    <a:pt x="34414" y="8003"/>
                  </a:lnTo>
                  <a:lnTo>
                    <a:pt x="100962" y="100967"/>
                  </a:lnTo>
                  <a:lnTo>
                    <a:pt x="85468" y="112016"/>
                  </a:lnTo>
                  <a:lnTo>
                    <a:pt x="67307" y="106301"/>
                  </a:lnTo>
                  <a:lnTo>
                    <a:pt x="96009" y="15496"/>
                  </a:lnTo>
                  <a:lnTo>
                    <a:pt x="114170" y="21211"/>
                  </a:lnTo>
                  <a:lnTo>
                    <a:pt x="113789" y="40261"/>
                  </a:lnTo>
                  <a:lnTo>
                    <a:pt x="18666" y="3810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287103" y="1772764"/>
            <a:ext cx="3019425" cy="2771775"/>
            <a:chOff x="0" y="0"/>
            <a:chExt cx="4025900" cy="36957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025900" cy="3695700"/>
            </a:xfrm>
            <a:custGeom>
              <a:avLst/>
              <a:gdLst/>
              <a:ahLst/>
              <a:cxnLst/>
              <a:rect l="l" t="t" r="r" b="b"/>
              <a:pathLst>
                <a:path w="4025900" h="3695700">
                  <a:moveTo>
                    <a:pt x="0" y="0"/>
                  </a:moveTo>
                  <a:lnTo>
                    <a:pt x="4025900" y="0"/>
                  </a:lnTo>
                  <a:lnTo>
                    <a:pt x="4025900" y="3695700"/>
                  </a:lnTo>
                  <a:lnTo>
                    <a:pt x="0" y="369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10725"/>
              </a:stretch>
            </a:blipFill>
          </p:spPr>
        </p:sp>
      </p:grpSp>
      <p:sp>
        <p:nvSpPr>
          <p:cNvPr id="62" name="Freeform 62"/>
          <p:cNvSpPr/>
          <p:nvPr/>
        </p:nvSpPr>
        <p:spPr>
          <a:xfrm>
            <a:off x="2620870" y="1465545"/>
            <a:ext cx="1426531" cy="666540"/>
          </a:xfrm>
          <a:custGeom>
            <a:avLst/>
            <a:gdLst/>
            <a:ahLst/>
            <a:cxnLst/>
            <a:rect l="l" t="t" r="r" b="b"/>
            <a:pathLst>
              <a:path w="1426531" h="666540">
                <a:moveTo>
                  <a:pt x="0" y="0"/>
                </a:moveTo>
                <a:lnTo>
                  <a:pt x="1426531" y="0"/>
                </a:lnTo>
                <a:lnTo>
                  <a:pt x="1426531" y="666541"/>
                </a:lnTo>
                <a:lnTo>
                  <a:pt x="0" y="666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grpSp>
        <p:nvGrpSpPr>
          <p:cNvPr id="63" name="Group 63"/>
          <p:cNvGrpSpPr/>
          <p:nvPr/>
        </p:nvGrpSpPr>
        <p:grpSpPr>
          <a:xfrm>
            <a:off x="31833" y="5809269"/>
            <a:ext cx="2428875" cy="3752850"/>
            <a:chOff x="0" y="0"/>
            <a:chExt cx="3238500" cy="5003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238500" cy="5003800"/>
            </a:xfrm>
            <a:custGeom>
              <a:avLst/>
              <a:gdLst/>
              <a:ahLst/>
              <a:cxnLst/>
              <a:rect l="l" t="t" r="r" b="b"/>
              <a:pathLst>
                <a:path w="3238500" h="5003800">
                  <a:moveTo>
                    <a:pt x="0" y="0"/>
                  </a:moveTo>
                  <a:lnTo>
                    <a:pt x="3238500" y="0"/>
                  </a:lnTo>
                  <a:lnTo>
                    <a:pt x="3238500" y="5003800"/>
                  </a:lnTo>
                  <a:lnTo>
                    <a:pt x="0" y="500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2572512" y="6245381"/>
            <a:ext cx="791385" cy="791385"/>
            <a:chOff x="0" y="0"/>
            <a:chExt cx="791375" cy="791375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91332" cy="791332"/>
            </a:xfrm>
            <a:custGeom>
              <a:avLst/>
              <a:gdLst/>
              <a:ahLst/>
              <a:cxnLst/>
              <a:rect l="l" t="t" r="r" b="b"/>
              <a:pathLst>
                <a:path w="791332" h="791332">
                  <a:moveTo>
                    <a:pt x="0" y="791332"/>
                  </a:moveTo>
                  <a:lnTo>
                    <a:pt x="791332" y="791332"/>
                  </a:lnTo>
                  <a:lnTo>
                    <a:pt x="7913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2605459" y="1253719"/>
            <a:ext cx="1532106" cy="1178652"/>
            <a:chOff x="0" y="0"/>
            <a:chExt cx="1532103" cy="1178649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532123" cy="1178687"/>
            </a:xfrm>
            <a:custGeom>
              <a:avLst/>
              <a:gdLst/>
              <a:ahLst/>
              <a:cxnLst/>
              <a:rect l="l" t="t" r="r" b="b"/>
              <a:pathLst>
                <a:path w="1532123" h="1178687">
                  <a:moveTo>
                    <a:pt x="0" y="1178687"/>
                  </a:moveTo>
                  <a:lnTo>
                    <a:pt x="1532123" y="1178687"/>
                  </a:lnTo>
                  <a:lnTo>
                    <a:pt x="15321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4576715" y="1447352"/>
            <a:ext cx="791385" cy="791385"/>
            <a:chOff x="0" y="0"/>
            <a:chExt cx="791375" cy="79137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91332" cy="791332"/>
            </a:xfrm>
            <a:custGeom>
              <a:avLst/>
              <a:gdLst/>
              <a:ahLst/>
              <a:cxnLst/>
              <a:rect l="l" t="t" r="r" b="b"/>
              <a:pathLst>
                <a:path w="791332" h="791332">
                  <a:moveTo>
                    <a:pt x="0" y="791332"/>
                  </a:moveTo>
                  <a:lnTo>
                    <a:pt x="791332" y="791332"/>
                  </a:lnTo>
                  <a:lnTo>
                    <a:pt x="7913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6441053" y="3729790"/>
            <a:ext cx="918200" cy="1197331"/>
            <a:chOff x="0" y="0"/>
            <a:chExt cx="918197" cy="1197331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918211" cy="1197352"/>
            </a:xfrm>
            <a:custGeom>
              <a:avLst/>
              <a:gdLst/>
              <a:ahLst/>
              <a:cxnLst/>
              <a:rect l="l" t="t" r="r" b="b"/>
              <a:pathLst>
                <a:path w="918211" h="1197352">
                  <a:moveTo>
                    <a:pt x="0" y="1197352"/>
                  </a:moveTo>
                  <a:lnTo>
                    <a:pt x="918211" y="1197352"/>
                  </a:lnTo>
                  <a:lnTo>
                    <a:pt x="9182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9128531" y="7687408"/>
            <a:ext cx="912733" cy="2057400"/>
            <a:chOff x="0" y="0"/>
            <a:chExt cx="912736" cy="20574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12748" cy="2057400"/>
            </a:xfrm>
            <a:custGeom>
              <a:avLst/>
              <a:gdLst/>
              <a:ahLst/>
              <a:cxnLst/>
              <a:rect l="l" t="t" r="r" b="b"/>
              <a:pathLst>
                <a:path w="912748" h="2057400">
                  <a:moveTo>
                    <a:pt x="0" y="2057400"/>
                  </a:moveTo>
                  <a:lnTo>
                    <a:pt x="912748" y="2057400"/>
                  </a:lnTo>
                  <a:lnTo>
                    <a:pt x="9127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9136704" y="6245381"/>
            <a:ext cx="791385" cy="791385"/>
            <a:chOff x="0" y="0"/>
            <a:chExt cx="791375" cy="79137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91332" cy="791332"/>
            </a:xfrm>
            <a:custGeom>
              <a:avLst/>
              <a:gdLst/>
              <a:ahLst/>
              <a:cxnLst/>
              <a:rect l="l" t="t" r="r" b="b"/>
              <a:pathLst>
                <a:path w="791332" h="791332">
                  <a:moveTo>
                    <a:pt x="0" y="791332"/>
                  </a:moveTo>
                  <a:lnTo>
                    <a:pt x="791332" y="791332"/>
                  </a:lnTo>
                  <a:lnTo>
                    <a:pt x="7913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7549467" y="2129895"/>
            <a:ext cx="10802026" cy="8220608"/>
            <a:chOff x="0" y="0"/>
            <a:chExt cx="10802023" cy="8220608"/>
          </a:xfrm>
        </p:grpSpPr>
        <p:sp>
          <p:nvSpPr>
            <p:cNvPr id="78" name="Freeform 78"/>
            <p:cNvSpPr/>
            <p:nvPr/>
          </p:nvSpPr>
          <p:spPr>
            <a:xfrm>
              <a:off x="63500" y="63500"/>
              <a:ext cx="890016" cy="498094"/>
            </a:xfrm>
            <a:custGeom>
              <a:avLst/>
              <a:gdLst/>
              <a:ahLst/>
              <a:cxnLst/>
              <a:rect l="l" t="t" r="r" b="b"/>
              <a:pathLst>
                <a:path w="890016" h="498094">
                  <a:moveTo>
                    <a:pt x="0" y="498094"/>
                  </a:moveTo>
                  <a:lnTo>
                    <a:pt x="890016" y="498094"/>
                  </a:lnTo>
                  <a:lnTo>
                    <a:pt x="890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3994656" y="119253"/>
              <a:ext cx="1243203" cy="739775"/>
            </a:xfrm>
            <a:custGeom>
              <a:avLst/>
              <a:gdLst/>
              <a:ahLst/>
              <a:cxnLst/>
              <a:rect l="l" t="t" r="r" b="b"/>
              <a:pathLst>
                <a:path w="1243203" h="739775">
                  <a:moveTo>
                    <a:pt x="0" y="739775"/>
                  </a:moveTo>
                  <a:lnTo>
                    <a:pt x="1243203" y="739775"/>
                  </a:lnTo>
                  <a:lnTo>
                    <a:pt x="12432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0" name="Freeform 80"/>
            <p:cNvSpPr/>
            <p:nvPr/>
          </p:nvSpPr>
          <p:spPr>
            <a:xfrm>
              <a:off x="67691" y="205867"/>
              <a:ext cx="4364988" cy="3261869"/>
            </a:xfrm>
            <a:custGeom>
              <a:avLst/>
              <a:gdLst/>
              <a:ahLst/>
              <a:cxnLst/>
              <a:rect l="l" t="t" r="r" b="b"/>
              <a:pathLst>
                <a:path w="4364988" h="3261869">
                  <a:moveTo>
                    <a:pt x="0" y="3261869"/>
                  </a:moveTo>
                  <a:lnTo>
                    <a:pt x="4364988" y="3261869"/>
                  </a:lnTo>
                  <a:lnTo>
                    <a:pt x="43649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5232398" y="585978"/>
              <a:ext cx="2396489" cy="1668781"/>
            </a:xfrm>
            <a:custGeom>
              <a:avLst/>
              <a:gdLst/>
              <a:ahLst/>
              <a:cxnLst/>
              <a:rect l="l" t="t" r="r" b="b"/>
              <a:pathLst>
                <a:path w="2396489" h="1668781">
                  <a:moveTo>
                    <a:pt x="0" y="1668781"/>
                  </a:moveTo>
                  <a:lnTo>
                    <a:pt x="2396488" y="1668781"/>
                  </a:lnTo>
                  <a:lnTo>
                    <a:pt x="23964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8428605" y="1599947"/>
              <a:ext cx="1480947" cy="1766570"/>
            </a:xfrm>
            <a:custGeom>
              <a:avLst/>
              <a:gdLst/>
              <a:ahLst/>
              <a:cxnLst/>
              <a:rect l="l" t="t" r="r" b="b"/>
              <a:pathLst>
                <a:path w="1480947" h="1766570">
                  <a:moveTo>
                    <a:pt x="0" y="1766570"/>
                  </a:moveTo>
                  <a:lnTo>
                    <a:pt x="1480947" y="1766570"/>
                  </a:lnTo>
                  <a:lnTo>
                    <a:pt x="14809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4421757" y="1987805"/>
              <a:ext cx="827405" cy="606933"/>
            </a:xfrm>
            <a:custGeom>
              <a:avLst/>
              <a:gdLst/>
              <a:ahLst/>
              <a:cxnLst/>
              <a:rect l="l" t="t" r="r" b="b"/>
              <a:pathLst>
                <a:path w="827405" h="606933">
                  <a:moveTo>
                    <a:pt x="0" y="606933"/>
                  </a:moveTo>
                  <a:lnTo>
                    <a:pt x="827405" y="606933"/>
                  </a:lnTo>
                  <a:lnTo>
                    <a:pt x="82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4" name="Freeform 84"/>
            <p:cNvSpPr/>
            <p:nvPr/>
          </p:nvSpPr>
          <p:spPr>
            <a:xfrm>
              <a:off x="5866889" y="3285872"/>
              <a:ext cx="4042663" cy="4042665"/>
            </a:xfrm>
            <a:custGeom>
              <a:avLst/>
              <a:gdLst/>
              <a:ahLst/>
              <a:cxnLst/>
              <a:rect l="l" t="t" r="r" b="b"/>
              <a:pathLst>
                <a:path w="4042663" h="4042665">
                  <a:moveTo>
                    <a:pt x="0" y="4042665"/>
                  </a:moveTo>
                  <a:lnTo>
                    <a:pt x="4042663" y="4042665"/>
                  </a:lnTo>
                  <a:lnTo>
                    <a:pt x="40426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8790555" y="4345053"/>
              <a:ext cx="791336" cy="791337"/>
            </a:xfrm>
            <a:custGeom>
              <a:avLst/>
              <a:gdLst/>
              <a:ahLst/>
              <a:cxnLst/>
              <a:rect l="l" t="t" r="r" b="b"/>
              <a:pathLst>
                <a:path w="791336" h="791337">
                  <a:moveTo>
                    <a:pt x="0" y="791337"/>
                  </a:moveTo>
                  <a:lnTo>
                    <a:pt x="791336" y="791337"/>
                  </a:lnTo>
                  <a:lnTo>
                    <a:pt x="7913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8622915" y="6577586"/>
              <a:ext cx="2115565" cy="1579500"/>
            </a:xfrm>
            <a:custGeom>
              <a:avLst/>
              <a:gdLst/>
              <a:ahLst/>
              <a:cxnLst/>
              <a:rect l="l" t="t" r="r" b="b"/>
              <a:pathLst>
                <a:path w="2115565" h="1579500">
                  <a:moveTo>
                    <a:pt x="0" y="0"/>
                  </a:moveTo>
                  <a:lnTo>
                    <a:pt x="0" y="1579500"/>
                  </a:lnTo>
                  <a:lnTo>
                    <a:pt x="2115564" y="1579500"/>
                  </a:lnTo>
                  <a:lnTo>
                    <a:pt x="211556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87" name="TextBox 87"/>
          <p:cNvSpPr txBox="1"/>
          <p:nvPr/>
        </p:nvSpPr>
        <p:spPr>
          <a:xfrm>
            <a:off x="2785186" y="6377007"/>
            <a:ext cx="373075" cy="48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2.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4789389" y="1578978"/>
            <a:ext cx="373075" cy="48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3.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9349378" y="6377007"/>
            <a:ext cx="373075" cy="48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1.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6552678" y="6606559"/>
            <a:ext cx="373075" cy="48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4.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593501" y="6977510"/>
            <a:ext cx="4062393" cy="42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38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Persiapan berangkat sekolah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485755" y="5650925"/>
            <a:ext cx="4490380" cy="53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Masalah di Sekitar Kita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61004" y="7860201"/>
            <a:ext cx="2008346" cy="77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1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Pemborosannya  ada dimana?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809875" cy="1482100"/>
            <a:chOff x="0" y="0"/>
            <a:chExt cx="3746500" cy="1976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46500" cy="1976120"/>
            </a:xfrm>
            <a:custGeom>
              <a:avLst/>
              <a:gdLst/>
              <a:ahLst/>
              <a:cxnLst/>
              <a:rect l="l" t="t" r="r" b="b"/>
              <a:pathLst>
                <a:path w="3746500" h="1976120">
                  <a:moveTo>
                    <a:pt x="0" y="0"/>
                  </a:moveTo>
                  <a:lnTo>
                    <a:pt x="3746500" y="0"/>
                  </a:lnTo>
                  <a:lnTo>
                    <a:pt x="3746500" y="1976120"/>
                  </a:lnTo>
                  <a:lnTo>
                    <a:pt x="0" y="1976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888119" y="0"/>
            <a:ext cx="2324100" cy="1482100"/>
            <a:chOff x="0" y="0"/>
            <a:chExt cx="3098800" cy="19761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98800" cy="1976120"/>
            </a:xfrm>
            <a:custGeom>
              <a:avLst/>
              <a:gdLst/>
              <a:ahLst/>
              <a:cxnLst/>
              <a:rect l="l" t="t" r="r" b="b"/>
              <a:pathLst>
                <a:path w="3098800" h="1976120">
                  <a:moveTo>
                    <a:pt x="0" y="0"/>
                  </a:moveTo>
                  <a:lnTo>
                    <a:pt x="3098800" y="0"/>
                  </a:lnTo>
                  <a:lnTo>
                    <a:pt x="3098800" y="1976120"/>
                  </a:lnTo>
                  <a:lnTo>
                    <a:pt x="0" y="1976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82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908498" y="1893008"/>
            <a:ext cx="13601700" cy="8239125"/>
            <a:chOff x="0" y="0"/>
            <a:chExt cx="18135600" cy="10985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135600" cy="10985500"/>
            </a:xfrm>
            <a:custGeom>
              <a:avLst/>
              <a:gdLst/>
              <a:ahLst/>
              <a:cxnLst/>
              <a:rect l="l" t="t" r="r" b="b"/>
              <a:pathLst>
                <a:path w="18135600" h="10985500">
                  <a:moveTo>
                    <a:pt x="0" y="0"/>
                  </a:moveTo>
                  <a:lnTo>
                    <a:pt x="18135600" y="0"/>
                  </a:lnTo>
                  <a:lnTo>
                    <a:pt x="18135600" y="10985500"/>
                  </a:lnTo>
                  <a:lnTo>
                    <a:pt x="0" y="1098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11" r="-1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77590" y="5358984"/>
            <a:ext cx="3086100" cy="4772025"/>
            <a:chOff x="0" y="0"/>
            <a:chExt cx="4114800" cy="636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14800" cy="6362700"/>
            </a:xfrm>
            <a:custGeom>
              <a:avLst/>
              <a:gdLst/>
              <a:ahLst/>
              <a:cxnLst/>
              <a:rect l="l" t="t" r="r" b="b"/>
              <a:pathLst>
                <a:path w="4114800" h="6362700">
                  <a:moveTo>
                    <a:pt x="0" y="0"/>
                  </a:moveTo>
                  <a:lnTo>
                    <a:pt x="4114800" y="0"/>
                  </a:lnTo>
                  <a:lnTo>
                    <a:pt x="4114800" y="6362700"/>
                  </a:lnTo>
                  <a:lnTo>
                    <a:pt x="0" y="636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518140" y="349339"/>
            <a:ext cx="3316710" cy="84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5"/>
              </a:lnSpc>
            </a:pPr>
            <a:r>
              <a:rPr lang="en-US" sz="2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MASALAH MUTU KERJA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08987" y="1212552"/>
            <a:ext cx="151657" cy="48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9792" y="3149375"/>
            <a:ext cx="1874482" cy="48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CONTOH 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83013" y="1212552"/>
            <a:ext cx="8488289" cy="48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ANALISA AKTIVITASDANTIPEPEMBOROSAN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9855" y="7960090"/>
            <a:ext cx="2710720" cy="1310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Menemukan pemborosan pada aktivitas di rumah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44014" y="1279598"/>
            <a:ext cx="18995517" cy="9070905"/>
          </a:xfrm>
          <a:custGeom>
            <a:avLst/>
            <a:gdLst/>
            <a:ahLst/>
            <a:cxnLst/>
            <a:rect l="l" t="t" r="r" b="b"/>
            <a:pathLst>
              <a:path w="18995517" h="9070905">
                <a:moveTo>
                  <a:pt x="0" y="0"/>
                </a:moveTo>
                <a:lnTo>
                  <a:pt x="18995517" y="0"/>
                </a:lnTo>
                <a:lnTo>
                  <a:pt x="18995517" y="9070905"/>
                </a:lnTo>
                <a:lnTo>
                  <a:pt x="0" y="9070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7373160">
            <a:off x="16177631" y="2982497"/>
            <a:ext cx="2558825" cy="933040"/>
            <a:chOff x="0" y="0"/>
            <a:chExt cx="3411766" cy="12440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11728" cy="1244092"/>
            </a:xfrm>
            <a:custGeom>
              <a:avLst/>
              <a:gdLst/>
              <a:ahLst/>
              <a:cxnLst/>
              <a:rect l="l" t="t" r="r" b="b"/>
              <a:pathLst>
                <a:path w="3411728" h="1244092">
                  <a:moveTo>
                    <a:pt x="25146" y="1244092"/>
                  </a:moveTo>
                  <a:lnTo>
                    <a:pt x="3411728" y="1142492"/>
                  </a:lnTo>
                  <a:lnTo>
                    <a:pt x="3377565" y="0"/>
                  </a:lnTo>
                  <a:lnTo>
                    <a:pt x="493903" y="86487"/>
                  </a:lnTo>
                  <a:lnTo>
                    <a:pt x="0" y="405765"/>
                  </a:lnTo>
                  <a:lnTo>
                    <a:pt x="25146" y="1243965"/>
                  </a:lnTo>
                  <a:close/>
                </a:path>
              </a:pathLst>
            </a:custGeom>
            <a:blipFill>
              <a:blip r:embed="rId4"/>
              <a:stretch>
                <a:fillRect l="-204849" t="-293353" r="-7" b="-17069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6196158" y="4321454"/>
            <a:ext cx="1964503" cy="1640510"/>
          </a:xfrm>
          <a:custGeom>
            <a:avLst/>
            <a:gdLst/>
            <a:ahLst/>
            <a:cxnLst/>
            <a:rect l="l" t="t" r="r" b="b"/>
            <a:pathLst>
              <a:path w="1964503" h="1640510">
                <a:moveTo>
                  <a:pt x="0" y="0"/>
                </a:moveTo>
                <a:lnTo>
                  <a:pt x="1964502" y="0"/>
                </a:lnTo>
                <a:lnTo>
                  <a:pt x="1964502" y="1640510"/>
                </a:lnTo>
                <a:lnTo>
                  <a:pt x="0" y="16405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2852280">
            <a:off x="122625" y="2707843"/>
            <a:ext cx="2563301" cy="2224335"/>
            <a:chOff x="0" y="0"/>
            <a:chExt cx="3417735" cy="2965780"/>
          </a:xfrm>
        </p:grpSpPr>
        <p:sp>
          <p:nvSpPr>
            <p:cNvPr id="7" name="Freeform 7"/>
            <p:cNvSpPr/>
            <p:nvPr/>
          </p:nvSpPr>
          <p:spPr>
            <a:xfrm flipH="1">
              <a:off x="0" y="0"/>
              <a:ext cx="3417697" cy="2965831"/>
            </a:xfrm>
            <a:custGeom>
              <a:avLst/>
              <a:gdLst/>
              <a:ahLst/>
              <a:cxnLst/>
              <a:rect l="l" t="t" r="r" b="b"/>
              <a:pathLst>
                <a:path w="3417697" h="2965831">
                  <a:moveTo>
                    <a:pt x="3385058" y="0"/>
                  </a:moveTo>
                  <a:lnTo>
                    <a:pt x="3417697" y="2457196"/>
                  </a:lnTo>
                  <a:lnTo>
                    <a:pt x="2903474" y="2927731"/>
                  </a:lnTo>
                  <a:lnTo>
                    <a:pt x="38735" y="2965831"/>
                  </a:lnTo>
                  <a:lnTo>
                    <a:pt x="0" y="45085"/>
                  </a:lnTo>
                  <a:lnTo>
                    <a:pt x="3385058" y="0"/>
                  </a:lnTo>
                  <a:close/>
                </a:path>
              </a:pathLst>
            </a:custGeom>
            <a:blipFill>
              <a:blip r:embed="rId4"/>
              <a:stretch>
                <a:fillRect l="-202089" t="-3084" r="-1" b="-6336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-3048" y="8153371"/>
            <a:ext cx="2025644" cy="2133600"/>
            <a:chOff x="0" y="0"/>
            <a:chExt cx="2025637" cy="2133600"/>
          </a:xfrm>
        </p:grpSpPr>
        <p:sp>
          <p:nvSpPr>
            <p:cNvPr id="9" name="Freeform 9"/>
            <p:cNvSpPr/>
            <p:nvPr/>
          </p:nvSpPr>
          <p:spPr>
            <a:xfrm>
              <a:off x="3175" y="0"/>
              <a:ext cx="2022711" cy="1776349"/>
            </a:xfrm>
            <a:custGeom>
              <a:avLst/>
              <a:gdLst/>
              <a:ahLst/>
              <a:cxnLst/>
              <a:rect l="l" t="t" r="r" b="b"/>
              <a:pathLst>
                <a:path w="2022711" h="1776349">
                  <a:moveTo>
                    <a:pt x="1395473" y="121031"/>
                  </a:moveTo>
                  <a:cubicBezTo>
                    <a:pt x="1443352" y="121031"/>
                    <a:pt x="1493136" y="159893"/>
                    <a:pt x="1515996" y="197104"/>
                  </a:cubicBezTo>
                  <a:cubicBezTo>
                    <a:pt x="1553588" y="258445"/>
                    <a:pt x="1558668" y="334772"/>
                    <a:pt x="1560954" y="404749"/>
                  </a:cubicBezTo>
                  <a:cubicBezTo>
                    <a:pt x="1563621" y="485775"/>
                    <a:pt x="1562478" y="567055"/>
                    <a:pt x="1557144" y="647954"/>
                  </a:cubicBezTo>
                  <a:cubicBezTo>
                    <a:pt x="1544190" y="843407"/>
                    <a:pt x="1501645" y="1045464"/>
                    <a:pt x="1405379" y="1216152"/>
                  </a:cubicBezTo>
                  <a:cubicBezTo>
                    <a:pt x="1285746" y="933704"/>
                    <a:pt x="1241550" y="615188"/>
                    <a:pt x="1285873" y="311658"/>
                  </a:cubicBezTo>
                  <a:cubicBezTo>
                    <a:pt x="1294001" y="255905"/>
                    <a:pt x="1299970" y="165481"/>
                    <a:pt x="1353690" y="132588"/>
                  </a:cubicBezTo>
                  <a:cubicBezTo>
                    <a:pt x="1366898" y="124460"/>
                    <a:pt x="1381249" y="120904"/>
                    <a:pt x="1395600" y="120904"/>
                  </a:cubicBezTo>
                  <a:close/>
                  <a:moveTo>
                    <a:pt x="555751" y="881761"/>
                  </a:moveTo>
                  <a:cubicBezTo>
                    <a:pt x="588517" y="881761"/>
                    <a:pt x="619251" y="897128"/>
                    <a:pt x="637285" y="934974"/>
                  </a:cubicBezTo>
                  <a:cubicBezTo>
                    <a:pt x="664336" y="991743"/>
                    <a:pt x="644778" y="1064387"/>
                    <a:pt x="625601" y="1120394"/>
                  </a:cubicBezTo>
                  <a:cubicBezTo>
                    <a:pt x="589533" y="1225804"/>
                    <a:pt x="528192" y="1336167"/>
                    <a:pt x="459358" y="1431036"/>
                  </a:cubicBezTo>
                  <a:cubicBezTo>
                    <a:pt x="346201" y="1280922"/>
                    <a:pt x="308736" y="1053973"/>
                    <a:pt x="463422" y="919226"/>
                  </a:cubicBezTo>
                  <a:cubicBezTo>
                    <a:pt x="489584" y="896366"/>
                    <a:pt x="523747" y="881634"/>
                    <a:pt x="555878" y="881634"/>
                  </a:cubicBezTo>
                  <a:close/>
                  <a:moveTo>
                    <a:pt x="1360802" y="0"/>
                  </a:moveTo>
                  <a:cubicBezTo>
                    <a:pt x="1268347" y="17399"/>
                    <a:pt x="1199767" y="99441"/>
                    <a:pt x="1176653" y="205613"/>
                  </a:cubicBezTo>
                  <a:cubicBezTo>
                    <a:pt x="1097024" y="570357"/>
                    <a:pt x="1158619" y="975360"/>
                    <a:pt x="1334005" y="1303655"/>
                  </a:cubicBezTo>
                  <a:cubicBezTo>
                    <a:pt x="1336038" y="1307592"/>
                    <a:pt x="1338324" y="1311402"/>
                    <a:pt x="1340355" y="1315339"/>
                  </a:cubicBezTo>
                  <a:cubicBezTo>
                    <a:pt x="1305811" y="1360805"/>
                    <a:pt x="1266442" y="1403096"/>
                    <a:pt x="1221357" y="1440942"/>
                  </a:cubicBezTo>
                  <a:cubicBezTo>
                    <a:pt x="1108073" y="1536192"/>
                    <a:pt x="953895" y="1602613"/>
                    <a:pt x="804670" y="1602613"/>
                  </a:cubicBezTo>
                  <a:cubicBezTo>
                    <a:pt x="704595" y="1602613"/>
                    <a:pt x="606805" y="1572768"/>
                    <a:pt x="524890" y="1501648"/>
                  </a:cubicBezTo>
                  <a:cubicBezTo>
                    <a:pt x="518921" y="1496568"/>
                    <a:pt x="513206" y="1491107"/>
                    <a:pt x="507491" y="1485646"/>
                  </a:cubicBezTo>
                  <a:cubicBezTo>
                    <a:pt x="592962" y="1368425"/>
                    <a:pt x="674877" y="1226439"/>
                    <a:pt x="710564" y="1089025"/>
                  </a:cubicBezTo>
                  <a:cubicBezTo>
                    <a:pt x="741044" y="972058"/>
                    <a:pt x="716279" y="825119"/>
                    <a:pt x="575944" y="801116"/>
                  </a:cubicBezTo>
                  <a:cubicBezTo>
                    <a:pt x="561720" y="798703"/>
                    <a:pt x="547623" y="797560"/>
                    <a:pt x="533907" y="797560"/>
                  </a:cubicBezTo>
                  <a:cubicBezTo>
                    <a:pt x="406780" y="797560"/>
                    <a:pt x="300227" y="896493"/>
                    <a:pt x="255524" y="1011682"/>
                  </a:cubicBezTo>
                  <a:cubicBezTo>
                    <a:pt x="185801" y="1191260"/>
                    <a:pt x="244729" y="1395984"/>
                    <a:pt x="368553" y="1541145"/>
                  </a:cubicBezTo>
                  <a:cubicBezTo>
                    <a:pt x="281304" y="1630553"/>
                    <a:pt x="164211" y="1701546"/>
                    <a:pt x="38608" y="1701546"/>
                  </a:cubicBezTo>
                  <a:cubicBezTo>
                    <a:pt x="25781" y="1701546"/>
                    <a:pt x="12954" y="1700784"/>
                    <a:pt x="0" y="1699260"/>
                  </a:cubicBezTo>
                  <a:lnTo>
                    <a:pt x="0" y="1774571"/>
                  </a:lnTo>
                  <a:cubicBezTo>
                    <a:pt x="11811" y="1775714"/>
                    <a:pt x="23876" y="1776349"/>
                    <a:pt x="36195" y="1776349"/>
                  </a:cubicBezTo>
                  <a:cubicBezTo>
                    <a:pt x="49149" y="1776349"/>
                    <a:pt x="62230" y="1775714"/>
                    <a:pt x="75819" y="1774317"/>
                  </a:cubicBezTo>
                  <a:cubicBezTo>
                    <a:pt x="210439" y="1760855"/>
                    <a:pt x="326897" y="1688719"/>
                    <a:pt x="419099" y="1593469"/>
                  </a:cubicBezTo>
                  <a:cubicBezTo>
                    <a:pt x="459993" y="1631188"/>
                    <a:pt x="505840" y="1663065"/>
                    <a:pt x="554989" y="1686433"/>
                  </a:cubicBezTo>
                  <a:cubicBezTo>
                    <a:pt x="634999" y="1724533"/>
                    <a:pt x="719327" y="1741678"/>
                    <a:pt x="803654" y="1741678"/>
                  </a:cubicBezTo>
                  <a:cubicBezTo>
                    <a:pt x="1031238" y="1741678"/>
                    <a:pt x="1259330" y="1617345"/>
                    <a:pt x="1406903" y="1446784"/>
                  </a:cubicBezTo>
                  <a:cubicBezTo>
                    <a:pt x="1410332" y="1442847"/>
                    <a:pt x="1413380" y="1438910"/>
                    <a:pt x="1416682" y="1434973"/>
                  </a:cubicBezTo>
                  <a:cubicBezTo>
                    <a:pt x="1477515" y="1516507"/>
                    <a:pt x="1553969" y="1586738"/>
                    <a:pt x="1650489" y="1617853"/>
                  </a:cubicBezTo>
                  <a:cubicBezTo>
                    <a:pt x="1678556" y="1626870"/>
                    <a:pt x="1707893" y="1631188"/>
                    <a:pt x="1737230" y="1631188"/>
                  </a:cubicBezTo>
                  <a:cubicBezTo>
                    <a:pt x="1832352" y="1631188"/>
                    <a:pt x="1928364" y="1585849"/>
                    <a:pt x="1984752" y="1507744"/>
                  </a:cubicBezTo>
                  <a:cubicBezTo>
                    <a:pt x="2017772" y="1462024"/>
                    <a:pt x="2028694" y="1411478"/>
                    <a:pt x="2019677" y="1356106"/>
                  </a:cubicBezTo>
                  <a:cubicBezTo>
                    <a:pt x="2018534" y="1348867"/>
                    <a:pt x="2012184" y="1345565"/>
                    <a:pt x="2005834" y="1345565"/>
                  </a:cubicBezTo>
                  <a:cubicBezTo>
                    <a:pt x="1997706" y="1345565"/>
                    <a:pt x="1989451" y="1350772"/>
                    <a:pt x="1990594" y="1360043"/>
                  </a:cubicBezTo>
                  <a:cubicBezTo>
                    <a:pt x="2007866" y="1489075"/>
                    <a:pt x="1889757" y="1573403"/>
                    <a:pt x="1772536" y="1573403"/>
                  </a:cubicBezTo>
                  <a:cubicBezTo>
                    <a:pt x="1749676" y="1573403"/>
                    <a:pt x="1726816" y="1570228"/>
                    <a:pt x="1704972" y="1563497"/>
                  </a:cubicBezTo>
                  <a:cubicBezTo>
                    <a:pt x="1602864" y="1531874"/>
                    <a:pt x="1529585" y="1448816"/>
                    <a:pt x="1475102" y="1357376"/>
                  </a:cubicBezTo>
                  <a:cubicBezTo>
                    <a:pt x="1657093" y="1088898"/>
                    <a:pt x="1696590" y="743966"/>
                    <a:pt x="1688970" y="425577"/>
                  </a:cubicBezTo>
                  <a:cubicBezTo>
                    <a:pt x="1685160" y="267081"/>
                    <a:pt x="1654807" y="83693"/>
                    <a:pt x="1490088" y="16002"/>
                  </a:cubicBezTo>
                  <a:cubicBezTo>
                    <a:pt x="1471546" y="8382"/>
                    <a:pt x="1453512" y="3048"/>
                    <a:pt x="1436113" y="0"/>
                  </a:cubicBezTo>
                  <a:close/>
                </a:path>
              </a:pathLst>
            </a:custGeom>
            <a:solidFill>
              <a:srgbClr val="C894C5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5521509" y="-63503"/>
            <a:ext cx="6770027" cy="2013671"/>
          </a:xfrm>
          <a:custGeom>
            <a:avLst/>
            <a:gdLst/>
            <a:ahLst/>
            <a:cxnLst/>
            <a:rect l="l" t="t" r="r" b="b"/>
            <a:pathLst>
              <a:path w="6770027" h="2013671">
                <a:moveTo>
                  <a:pt x="0" y="0"/>
                </a:moveTo>
                <a:lnTo>
                  <a:pt x="6770027" y="0"/>
                </a:lnTo>
                <a:lnTo>
                  <a:pt x="6770027" y="2013671"/>
                </a:lnTo>
                <a:lnTo>
                  <a:pt x="0" y="20136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5912065" y="86677"/>
            <a:ext cx="2324100" cy="1524000"/>
            <a:chOff x="0" y="0"/>
            <a:chExt cx="3098800" cy="2032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98800" cy="2032000"/>
            </a:xfrm>
            <a:custGeom>
              <a:avLst/>
              <a:gdLst/>
              <a:ahLst/>
              <a:cxnLst/>
              <a:rect l="l" t="t" r="r" b="b"/>
              <a:pathLst>
                <a:path w="3098800" h="2032000">
                  <a:moveTo>
                    <a:pt x="0" y="0"/>
                  </a:moveTo>
                  <a:lnTo>
                    <a:pt x="3098800" y="0"/>
                  </a:lnTo>
                  <a:lnTo>
                    <a:pt x="30988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0" y="86677"/>
            <a:ext cx="2809875" cy="1524000"/>
            <a:chOff x="0" y="0"/>
            <a:chExt cx="3746500" cy="2032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46500" cy="2032000"/>
            </a:xfrm>
            <a:custGeom>
              <a:avLst/>
              <a:gdLst/>
              <a:ahLst/>
              <a:cxnLst/>
              <a:rect l="l" t="t" r="r" b="b"/>
              <a:pathLst>
                <a:path w="3746500" h="2032000">
                  <a:moveTo>
                    <a:pt x="0" y="0"/>
                  </a:moveTo>
                  <a:lnTo>
                    <a:pt x="3746500" y="0"/>
                  </a:lnTo>
                  <a:lnTo>
                    <a:pt x="37465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263883" y="2137096"/>
            <a:ext cx="104775" cy="104775"/>
            <a:chOff x="0" y="0"/>
            <a:chExt cx="104775" cy="104775"/>
          </a:xfrm>
        </p:grpSpPr>
        <p:sp>
          <p:nvSpPr>
            <p:cNvPr id="16" name="Freeform 16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231815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5862066" y="2585209"/>
            <a:ext cx="5767054" cy="7498013"/>
          </a:xfrm>
          <a:custGeom>
            <a:avLst/>
            <a:gdLst/>
            <a:ahLst/>
            <a:cxnLst/>
            <a:rect l="l" t="t" r="r" b="b"/>
            <a:pathLst>
              <a:path w="5767054" h="7498013">
                <a:moveTo>
                  <a:pt x="0" y="0"/>
                </a:moveTo>
                <a:lnTo>
                  <a:pt x="5767054" y="0"/>
                </a:lnTo>
                <a:lnTo>
                  <a:pt x="5767054" y="7498013"/>
                </a:lnTo>
                <a:lnTo>
                  <a:pt x="0" y="74980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2586723" y="3636550"/>
            <a:ext cx="3276600" cy="5067300"/>
            <a:chOff x="0" y="0"/>
            <a:chExt cx="4368800" cy="675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368800" cy="6756400"/>
            </a:xfrm>
            <a:custGeom>
              <a:avLst/>
              <a:gdLst/>
              <a:ahLst/>
              <a:cxnLst/>
              <a:rect l="l" t="t" r="r" b="b"/>
              <a:pathLst>
                <a:path w="4368800" h="6756400">
                  <a:moveTo>
                    <a:pt x="0" y="0"/>
                  </a:moveTo>
                  <a:lnTo>
                    <a:pt x="4368800" y="0"/>
                  </a:lnTo>
                  <a:lnTo>
                    <a:pt x="4368800" y="6756400"/>
                  </a:lnTo>
                  <a:lnTo>
                    <a:pt x="0" y="675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-63503" y="1680477"/>
            <a:ext cx="3604079" cy="4277144"/>
            <a:chOff x="0" y="0"/>
            <a:chExt cx="3604082" cy="4277144"/>
          </a:xfrm>
        </p:grpSpPr>
        <p:sp>
          <p:nvSpPr>
            <p:cNvPr id="21" name="Freeform 21"/>
            <p:cNvSpPr/>
            <p:nvPr/>
          </p:nvSpPr>
          <p:spPr>
            <a:xfrm>
              <a:off x="63500" y="63500"/>
              <a:ext cx="3477133" cy="4150103"/>
            </a:xfrm>
            <a:custGeom>
              <a:avLst/>
              <a:gdLst/>
              <a:ahLst/>
              <a:cxnLst/>
              <a:rect l="l" t="t" r="r" b="b"/>
              <a:pathLst>
                <a:path w="3477133" h="4150103">
                  <a:moveTo>
                    <a:pt x="0" y="0"/>
                  </a:moveTo>
                  <a:lnTo>
                    <a:pt x="0" y="4150103"/>
                  </a:lnTo>
                  <a:lnTo>
                    <a:pt x="3477133" y="4150103"/>
                  </a:lnTo>
                  <a:lnTo>
                    <a:pt x="347713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63500" y="461264"/>
              <a:ext cx="3065272" cy="3354576"/>
            </a:xfrm>
            <a:custGeom>
              <a:avLst/>
              <a:gdLst/>
              <a:ahLst/>
              <a:cxnLst/>
              <a:rect l="l" t="t" r="r" b="b"/>
              <a:pathLst>
                <a:path w="3065272" h="3354576">
                  <a:moveTo>
                    <a:pt x="0" y="0"/>
                  </a:moveTo>
                  <a:lnTo>
                    <a:pt x="0" y="3354576"/>
                  </a:lnTo>
                  <a:lnTo>
                    <a:pt x="3065272" y="3354576"/>
                  </a:lnTo>
                  <a:lnTo>
                    <a:pt x="306527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0" y="8149800"/>
            <a:ext cx="2025758" cy="2137200"/>
            <a:chOff x="0" y="0"/>
            <a:chExt cx="2025752" cy="213720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25772" cy="2137159"/>
            </a:xfrm>
            <a:custGeom>
              <a:avLst/>
              <a:gdLst/>
              <a:ahLst/>
              <a:cxnLst/>
              <a:rect l="l" t="t" r="r" b="b"/>
              <a:pathLst>
                <a:path w="2025772" h="2137159">
                  <a:moveTo>
                    <a:pt x="0" y="0"/>
                  </a:moveTo>
                  <a:lnTo>
                    <a:pt x="0" y="2137159"/>
                  </a:lnTo>
                  <a:lnTo>
                    <a:pt x="2025772" y="2137159"/>
                  </a:lnTo>
                  <a:lnTo>
                    <a:pt x="202577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5521376" y="-63503"/>
            <a:ext cx="6778943" cy="2014280"/>
            <a:chOff x="0" y="0"/>
            <a:chExt cx="6778943" cy="2014284"/>
          </a:xfrm>
        </p:grpSpPr>
        <p:sp>
          <p:nvSpPr>
            <p:cNvPr id="26" name="Freeform 26"/>
            <p:cNvSpPr/>
            <p:nvPr/>
          </p:nvSpPr>
          <p:spPr>
            <a:xfrm>
              <a:off x="63500" y="63500"/>
              <a:ext cx="1624329" cy="1613915"/>
            </a:xfrm>
            <a:custGeom>
              <a:avLst/>
              <a:gdLst/>
              <a:ahLst/>
              <a:cxnLst/>
              <a:rect l="l" t="t" r="r" b="b"/>
              <a:pathLst>
                <a:path w="1624329" h="1613915">
                  <a:moveTo>
                    <a:pt x="0" y="0"/>
                  </a:moveTo>
                  <a:lnTo>
                    <a:pt x="0" y="1613915"/>
                  </a:lnTo>
                  <a:lnTo>
                    <a:pt x="1624329" y="1613915"/>
                  </a:lnTo>
                  <a:lnTo>
                    <a:pt x="162432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962913" y="361061"/>
              <a:ext cx="5752588" cy="1589785"/>
            </a:xfrm>
            <a:custGeom>
              <a:avLst/>
              <a:gdLst/>
              <a:ahLst/>
              <a:cxnLst/>
              <a:rect l="l" t="t" r="r" b="b"/>
              <a:pathLst>
                <a:path w="5752588" h="1589785">
                  <a:moveTo>
                    <a:pt x="0" y="1589785"/>
                  </a:moveTo>
                  <a:lnTo>
                    <a:pt x="5752589" y="1589785"/>
                  </a:lnTo>
                  <a:lnTo>
                    <a:pt x="57525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3352888" y="2072811"/>
            <a:ext cx="4998615" cy="8277692"/>
            <a:chOff x="0" y="0"/>
            <a:chExt cx="4998618" cy="8277695"/>
          </a:xfrm>
        </p:grpSpPr>
        <p:sp>
          <p:nvSpPr>
            <p:cNvPr id="29" name="Freeform 29"/>
            <p:cNvSpPr/>
            <p:nvPr/>
          </p:nvSpPr>
          <p:spPr>
            <a:xfrm>
              <a:off x="3081657" y="63500"/>
              <a:ext cx="1853440" cy="2616964"/>
            </a:xfrm>
            <a:custGeom>
              <a:avLst/>
              <a:gdLst/>
              <a:ahLst/>
              <a:cxnLst/>
              <a:rect l="l" t="t" r="r" b="b"/>
              <a:pathLst>
                <a:path w="1853440" h="2616964">
                  <a:moveTo>
                    <a:pt x="0" y="0"/>
                  </a:moveTo>
                  <a:lnTo>
                    <a:pt x="0" y="2616964"/>
                  </a:lnTo>
                  <a:lnTo>
                    <a:pt x="1853440" y="2616964"/>
                  </a:lnTo>
                  <a:lnTo>
                    <a:pt x="18534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2625219" y="1656970"/>
              <a:ext cx="1480948" cy="1766571"/>
            </a:xfrm>
            <a:custGeom>
              <a:avLst/>
              <a:gdLst/>
              <a:ahLst/>
              <a:cxnLst/>
              <a:rect l="l" t="t" r="r" b="b"/>
              <a:pathLst>
                <a:path w="1480948" h="1766571">
                  <a:moveTo>
                    <a:pt x="0" y="1766571"/>
                  </a:moveTo>
                  <a:lnTo>
                    <a:pt x="1480949" y="1766571"/>
                  </a:lnTo>
                  <a:lnTo>
                    <a:pt x="14809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2902841" y="2311910"/>
              <a:ext cx="1841502" cy="1517651"/>
            </a:xfrm>
            <a:custGeom>
              <a:avLst/>
              <a:gdLst/>
              <a:ahLst/>
              <a:cxnLst/>
              <a:rect l="l" t="t" r="r" b="b"/>
              <a:pathLst>
                <a:path w="1841502" h="1517651">
                  <a:moveTo>
                    <a:pt x="0" y="1517651"/>
                  </a:moveTo>
                  <a:lnTo>
                    <a:pt x="1841502" y="1517651"/>
                  </a:lnTo>
                  <a:lnTo>
                    <a:pt x="18415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63500" y="3343023"/>
              <a:ext cx="4042668" cy="4042540"/>
            </a:xfrm>
            <a:custGeom>
              <a:avLst/>
              <a:gdLst/>
              <a:ahLst/>
              <a:cxnLst/>
              <a:rect l="l" t="t" r="r" b="b"/>
              <a:pathLst>
                <a:path w="4042668" h="4042540">
                  <a:moveTo>
                    <a:pt x="0" y="4042540"/>
                  </a:moveTo>
                  <a:lnTo>
                    <a:pt x="4042668" y="4042540"/>
                  </a:lnTo>
                  <a:lnTo>
                    <a:pt x="40426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819529" y="6634611"/>
              <a:ext cx="2115568" cy="1579628"/>
            </a:xfrm>
            <a:custGeom>
              <a:avLst/>
              <a:gdLst/>
              <a:ahLst/>
              <a:cxnLst/>
              <a:rect l="l" t="t" r="r" b="b"/>
              <a:pathLst>
                <a:path w="2115568" h="1579628">
                  <a:moveTo>
                    <a:pt x="0" y="0"/>
                  </a:moveTo>
                  <a:lnTo>
                    <a:pt x="0" y="1579628"/>
                  </a:lnTo>
                  <a:lnTo>
                    <a:pt x="2115568" y="1579628"/>
                  </a:lnTo>
                  <a:lnTo>
                    <a:pt x="211556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7680046" y="570586"/>
            <a:ext cx="3428228" cy="51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MASALAH MUTU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98824" y="989143"/>
            <a:ext cx="1257462" cy="51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KERJA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40634" y="6694056"/>
            <a:ext cx="2620366" cy="42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38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Mengukur masalah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53705" y="3378813"/>
            <a:ext cx="2225745" cy="834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38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Situasi Ideal Yang Diinginkan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114726" y="8472649"/>
            <a:ext cx="2276332" cy="834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99"/>
              </a:lnSpc>
            </a:pPr>
            <a:r>
              <a:rPr lang="en-US" sz="238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Situasi Saat Ini (Kondisi Aktual)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540108" y="1936642"/>
            <a:ext cx="11268142" cy="42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381">
                <a:solidFill>
                  <a:srgbClr val="231815"/>
                </a:solidFill>
                <a:latin typeface="Comic Sans"/>
                <a:ea typeface="Comic Sans"/>
                <a:cs typeface="Comic Sans"/>
                <a:sym typeface="Comic Sans"/>
              </a:rPr>
              <a:t>Tugas 3 : Menuliskan masalah pemborosan di rumah, disekolah dan diperjalanan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73710" y="5266992"/>
            <a:ext cx="4754061" cy="1673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99"/>
              </a:lnSpc>
            </a:pPr>
            <a:r>
              <a:rPr lang="en-US" sz="2381">
                <a:solidFill>
                  <a:srgbClr val="231815"/>
                </a:solidFill>
                <a:latin typeface="Comic Sans"/>
                <a:ea typeface="Comic Sans"/>
                <a:cs typeface="Comic Sans"/>
                <a:sym typeface="Comic Sans"/>
              </a:rPr>
              <a:t>Pastikan </a:t>
            </a:r>
            <a:r>
              <a:rPr lang="en-US" sz="2381">
                <a:solidFill>
                  <a:srgbClr val="EAC31C"/>
                </a:solidFill>
                <a:latin typeface="Comic Sans"/>
                <a:ea typeface="Comic Sans"/>
                <a:cs typeface="Comic Sans"/>
                <a:sym typeface="Comic Sans"/>
              </a:rPr>
              <a:t>masalah ditulis dengan jelas</a:t>
            </a:r>
            <a:r>
              <a:rPr lang="en-US" sz="2381">
                <a:solidFill>
                  <a:srgbClr val="231815"/>
                </a:solidFill>
                <a:latin typeface="Comic Sans"/>
                <a:ea typeface="Comic Sans"/>
                <a:cs typeface="Comic Sans"/>
                <a:sym typeface="Comic Sans"/>
              </a:rPr>
              <a:t> dan terlihat jelas selisih antara situasi ideal dan situasi saat ini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55198" y="5906614"/>
            <a:ext cx="2457574" cy="42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38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Selisih = Problem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809875" cy="1482100"/>
            <a:chOff x="0" y="0"/>
            <a:chExt cx="3746500" cy="1976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46500" cy="1976120"/>
            </a:xfrm>
            <a:custGeom>
              <a:avLst/>
              <a:gdLst/>
              <a:ahLst/>
              <a:cxnLst/>
              <a:rect l="l" t="t" r="r" b="b"/>
              <a:pathLst>
                <a:path w="3746500" h="1976120">
                  <a:moveTo>
                    <a:pt x="0" y="0"/>
                  </a:moveTo>
                  <a:lnTo>
                    <a:pt x="3746500" y="0"/>
                  </a:lnTo>
                  <a:lnTo>
                    <a:pt x="3746500" y="1976120"/>
                  </a:lnTo>
                  <a:lnTo>
                    <a:pt x="0" y="1976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888119" y="0"/>
            <a:ext cx="2324100" cy="1482100"/>
            <a:chOff x="0" y="0"/>
            <a:chExt cx="3098800" cy="19761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98800" cy="1976120"/>
            </a:xfrm>
            <a:custGeom>
              <a:avLst/>
              <a:gdLst/>
              <a:ahLst/>
              <a:cxnLst/>
              <a:rect l="l" t="t" r="r" b="b"/>
              <a:pathLst>
                <a:path w="3098800" h="1976120">
                  <a:moveTo>
                    <a:pt x="0" y="0"/>
                  </a:moveTo>
                  <a:lnTo>
                    <a:pt x="3098800" y="0"/>
                  </a:lnTo>
                  <a:lnTo>
                    <a:pt x="3098800" y="1976120"/>
                  </a:lnTo>
                  <a:lnTo>
                    <a:pt x="0" y="1976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82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07243" y="3060144"/>
            <a:ext cx="15316200" cy="6877050"/>
            <a:chOff x="0" y="0"/>
            <a:chExt cx="20421600" cy="9169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421600" cy="9169400"/>
            </a:xfrm>
            <a:custGeom>
              <a:avLst/>
              <a:gdLst/>
              <a:ahLst/>
              <a:cxnLst/>
              <a:rect l="l" t="t" r="r" b="b"/>
              <a:pathLst>
                <a:path w="20421600" h="9169400">
                  <a:moveTo>
                    <a:pt x="0" y="0"/>
                  </a:moveTo>
                  <a:lnTo>
                    <a:pt x="20421600" y="0"/>
                  </a:lnTo>
                  <a:lnTo>
                    <a:pt x="20421600" y="9169400"/>
                  </a:lnTo>
                  <a:lnTo>
                    <a:pt x="0" y="916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518140" y="349339"/>
            <a:ext cx="3316710" cy="846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5"/>
              </a:lnSpc>
            </a:pPr>
            <a:r>
              <a:rPr lang="en-US" sz="2998">
                <a:solidFill>
                  <a:srgbClr val="C47057"/>
                </a:solidFill>
                <a:latin typeface="More Sugar"/>
                <a:ea typeface="More Sugar"/>
                <a:cs typeface="More Sugar"/>
                <a:sym typeface="More Sugar"/>
              </a:rPr>
              <a:t>MASALAH MUTU KERJA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3696" y="1656064"/>
            <a:ext cx="13413829" cy="87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Siswa bisa menggunakan table berikut ini untuk menilai pemborosan disekitar kita baik di rumah, disekolah dan diperjalan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37734" y="2635434"/>
            <a:ext cx="7858316" cy="43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ANALISA AKTIVITAS DAN TIPE PEMBOROSAN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1376" y="1174985"/>
            <a:ext cx="16138350" cy="8366989"/>
          </a:xfrm>
          <a:custGeom>
            <a:avLst/>
            <a:gdLst/>
            <a:ahLst/>
            <a:cxnLst/>
            <a:rect l="l" t="t" r="r" b="b"/>
            <a:pathLst>
              <a:path w="16138350" h="8366989">
                <a:moveTo>
                  <a:pt x="0" y="0"/>
                </a:moveTo>
                <a:lnTo>
                  <a:pt x="16138351" y="0"/>
                </a:lnTo>
                <a:lnTo>
                  <a:pt x="16138351" y="8366989"/>
                </a:lnTo>
                <a:lnTo>
                  <a:pt x="0" y="836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00551" y="2153460"/>
            <a:ext cx="12792075" cy="5981700"/>
            <a:chOff x="0" y="0"/>
            <a:chExt cx="17056100" cy="7975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056100" cy="7975600"/>
            </a:xfrm>
            <a:custGeom>
              <a:avLst/>
              <a:gdLst/>
              <a:ahLst/>
              <a:cxnLst/>
              <a:rect l="l" t="t" r="r" b="b"/>
              <a:pathLst>
                <a:path w="17056100" h="7975600">
                  <a:moveTo>
                    <a:pt x="0" y="0"/>
                  </a:moveTo>
                  <a:lnTo>
                    <a:pt x="17056100" y="0"/>
                  </a:lnTo>
                  <a:lnTo>
                    <a:pt x="17056100" y="7975600"/>
                  </a:lnTo>
                  <a:lnTo>
                    <a:pt x="0" y="797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66551" y="139598"/>
            <a:ext cx="6587757" cy="10210905"/>
          </a:xfrm>
          <a:custGeom>
            <a:avLst/>
            <a:gdLst/>
            <a:ahLst/>
            <a:cxnLst/>
            <a:rect l="l" t="t" r="r" b="b"/>
            <a:pathLst>
              <a:path w="6587757" h="10210905">
                <a:moveTo>
                  <a:pt x="0" y="0"/>
                </a:moveTo>
                <a:lnTo>
                  <a:pt x="6587757" y="0"/>
                </a:lnTo>
                <a:lnTo>
                  <a:pt x="6587757" y="10210905"/>
                </a:lnTo>
                <a:lnTo>
                  <a:pt x="0" y="1021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982621" y="547440"/>
            <a:ext cx="6368882" cy="9441256"/>
          </a:xfrm>
          <a:custGeom>
            <a:avLst/>
            <a:gdLst/>
            <a:ahLst/>
            <a:cxnLst/>
            <a:rect l="l" t="t" r="r" b="b"/>
            <a:pathLst>
              <a:path w="6368882" h="9441256">
                <a:moveTo>
                  <a:pt x="0" y="0"/>
                </a:moveTo>
                <a:lnTo>
                  <a:pt x="6368882" y="0"/>
                </a:lnTo>
                <a:lnTo>
                  <a:pt x="6368882" y="9441256"/>
                </a:lnTo>
                <a:lnTo>
                  <a:pt x="0" y="94412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428403" y="3797084"/>
            <a:ext cx="5539569" cy="305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50"/>
              </a:lnSpc>
            </a:pPr>
            <a:r>
              <a:rPr lang="en-US" sz="10782">
                <a:solidFill>
                  <a:srgbClr val="FFE67D"/>
                </a:solidFill>
                <a:latin typeface="More Sugar"/>
                <a:ea typeface="More Sugar"/>
                <a:cs typeface="More Sugar"/>
                <a:sym typeface="More Sugar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145</Words>
  <Application>Microsoft Office PowerPoint</Application>
  <PresentationFormat>Custom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Comic Sans</vt:lpstr>
      <vt:lpstr>Arial</vt:lpstr>
      <vt:lpstr>Comic Sans Bold</vt:lpstr>
      <vt:lpstr>Calibri</vt:lpstr>
      <vt:lpstr>More Sugar</vt:lpstr>
      <vt:lpstr>Chewy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 SISWA (KESADARAN MASALAH).pdf</dc:title>
  <cp:lastModifiedBy>HP ELITEBOOK</cp:lastModifiedBy>
  <cp:revision>2</cp:revision>
  <dcterms:created xsi:type="dcterms:W3CDTF">2006-08-16T00:00:00Z</dcterms:created>
  <dcterms:modified xsi:type="dcterms:W3CDTF">2026-07-01T05:52:26Z</dcterms:modified>
  <dc:identifier>DAHOHDHCzmo</dc:identifier>
</cp:coreProperties>
</file>